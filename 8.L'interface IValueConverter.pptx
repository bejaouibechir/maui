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1441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04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951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6085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8011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20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6189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8308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539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37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1408-7E0D-4BFC-92BE-A821C5290AA0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2718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31408-7E0D-4BFC-92BE-A821C5290AA0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FD8E9-634E-44A4-9F1C-0DDCDFA1CC9B}" type="slidenum">
              <a:rPr lang="fr-FR" smtClean="0"/>
              <a:t>‹#›</a:t>
            </a:fld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>
            <a:off x="146050" y="6198255"/>
            <a:ext cx="12045950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 smtClean="0"/>
              <a:t>Multi Application User Interface:  </a:t>
            </a:r>
          </a:p>
          <a:p>
            <a:r>
              <a:rPr lang="fr-FR" sz="1400" dirty="0" smtClean="0"/>
              <a:t>Ce support de cours est la propriété intellectuelle de Béchir Béjaoui, il n’est utilisé qu’avec l’accord du propriétaire © </a:t>
            </a:r>
            <a:r>
              <a:rPr lang="fr-FR" sz="1400" dirty="0" smtClean="0"/>
              <a:t>2025-2026 </a:t>
            </a:r>
            <a:endParaRPr lang="fr-FR" sz="1400" dirty="0"/>
          </a:p>
        </p:txBody>
      </p:sp>
      <p:pic>
        <p:nvPicPr>
          <p:cNvPr id="12" name="Picture 11" descr="dotnetMAUI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6694" y="6087940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63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jaouibechir/Maui-Converter-Demo" TargetMode="External"/><Relationship Id="rId2" Type="http://schemas.openxmlformats.org/officeDocument/2006/relationships/hyperlink" Target="https://github.com/bejaouibechir/BindingDemo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56353" y="2274326"/>
            <a:ext cx="9653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100" dirty="0">
                <a:solidFill>
                  <a:srgbClr val="1C3158"/>
                </a:solidFill>
                <a:latin typeface="Comic Sans MS" pitchFamily="66" charset="0"/>
              </a:rPr>
              <a:t>MAUI</a:t>
            </a: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5663952" y="2738280"/>
            <a:ext cx="3882150" cy="13038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795" y="4900959"/>
            <a:ext cx="1164186" cy="115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071100" y="5523434"/>
            <a:ext cx="322265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sz="1350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96101" y="2799774"/>
            <a:ext cx="30111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dirty="0" smtClean="0">
                <a:solidFill>
                  <a:srgbClr val="1C3158"/>
                </a:solidFill>
                <a:latin typeface="Comic Sans MS" pitchFamily="66" charset="0"/>
              </a:rPr>
              <a:t>L’interface </a:t>
            </a:r>
            <a:r>
              <a:rPr lang="fr-FR" smtClean="0">
                <a:solidFill>
                  <a:srgbClr val="1C3158"/>
                </a:solidFill>
                <a:latin typeface="Comic Sans MS" pitchFamily="66" charset="0"/>
              </a:rPr>
              <a:t>IValueConverter</a:t>
            </a:r>
            <a:endParaRPr lang="fr-FR" dirty="0">
              <a:solidFill>
                <a:srgbClr val="1C3158"/>
              </a:solidFill>
              <a:latin typeface="Comic Sans MS" pitchFamily="66" charset="0"/>
            </a:endParaRPr>
          </a:p>
        </p:txBody>
      </p:sp>
      <p:pic>
        <p:nvPicPr>
          <p:cNvPr id="1026" name="Picture 2" descr="dotnetMAU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395" y="836712"/>
            <a:ext cx="3109706" cy="310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934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7"/>
          <p:cNvSpPr txBox="1">
            <a:spLocks noChangeArrowheads="1"/>
          </p:cNvSpPr>
          <p:nvPr/>
        </p:nvSpPr>
        <p:spPr bwMode="auto">
          <a:xfrm>
            <a:off x="367538" y="737553"/>
            <a:ext cx="11145589" cy="1318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75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u="sng" dirty="0" err="1">
                <a:latin typeface="Segoe UI Symbol" panose="020B0502040204020203" pitchFamily="34" charset="0"/>
              </a:rPr>
              <a:t>Objectif</a:t>
            </a:r>
            <a:r>
              <a:rPr lang="en-US" altLang="en-US" sz="2400" u="sng" dirty="0">
                <a:latin typeface="Segoe UI Symbol" panose="020B0502040204020203" pitchFamily="34" charset="0"/>
              </a:rPr>
              <a:t> </a:t>
            </a:r>
            <a:r>
              <a:rPr lang="en-US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113"/>
              </a:lnSpc>
              <a:spcBef>
                <a:spcPts val="1625"/>
              </a:spcBef>
              <a:buClr>
                <a:srgbClr val="006498"/>
              </a:buClr>
              <a:buSzPct val="85000"/>
              <a:buFont typeface="Segoe UI Symbol" panose="020B0502040204020203" pitchFamily="34" charset="0"/>
              <a:buChar char="•"/>
            </a:pPr>
            <a:r>
              <a:rPr lang="fr-FR" altLang="en-US" sz="2000" dirty="0" smtClean="0">
                <a:latin typeface="Segoe UI Symbol" panose="020B0502040204020203" pitchFamily="34" charset="0"/>
              </a:rPr>
              <a:t>Découvrir l’interface </a:t>
            </a:r>
            <a:r>
              <a:rPr lang="fr-F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 smtClean="0">
                <a:latin typeface="Segoe UI Symbol" panose="020B0502040204020203" pitchFamily="34" charset="0"/>
              </a:rPr>
              <a:t>IValueConverter</a:t>
            </a:r>
            <a:r>
              <a:rPr lang="fr-F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 smtClean="0">
                <a:latin typeface="Segoe UI Symbol" panose="020B0502040204020203" pitchFamily="34" charset="0"/>
              </a:rPr>
              <a:t>pour</a:t>
            </a:r>
            <a:r>
              <a:rPr lang="fr-F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 smtClean="0">
                <a:latin typeface="Segoe UI Symbol" panose="020B0502040204020203" pitchFamily="34" charset="0"/>
              </a:rPr>
              <a:t>convertir</a:t>
            </a:r>
            <a:r>
              <a:rPr lang="fr-F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 smtClean="0">
                <a:latin typeface="Segoe UI Symbol" panose="020B0502040204020203" pitchFamily="34" charset="0"/>
              </a:rPr>
              <a:t>une</a:t>
            </a:r>
            <a:r>
              <a:rPr lang="fr-F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 smtClean="0">
                <a:latin typeface="Segoe UI Symbol" panose="020B0502040204020203" pitchFamily="34" charset="0"/>
              </a:rPr>
              <a:t>valeur</a:t>
            </a:r>
            <a:r>
              <a:rPr lang="fr-F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 smtClean="0">
                <a:latin typeface="Segoe UI Symbol" panose="020B0502040204020203" pitchFamily="34" charset="0"/>
              </a:rPr>
              <a:t>ou</a:t>
            </a:r>
            <a:r>
              <a:rPr lang="fr-F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 smtClean="0">
                <a:latin typeface="Segoe UI Symbol" panose="020B0502040204020203" pitchFamily="34" charset="0"/>
              </a:rPr>
              <a:t>un</a:t>
            </a:r>
            <a:r>
              <a:rPr lang="fr-F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 smtClean="0">
                <a:latin typeface="Segoe UI Symbol" panose="020B0502040204020203" pitchFamily="34" charset="0"/>
              </a:rPr>
              <a:t>type</a:t>
            </a:r>
            <a:r>
              <a:rPr lang="fr-F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 smtClean="0">
                <a:latin typeface="Segoe UI Symbol" panose="020B0502040204020203" pitchFamily="34" charset="0"/>
              </a:rPr>
              <a:t>pour</a:t>
            </a:r>
            <a:r>
              <a:rPr lang="fr-F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 smtClean="0">
                <a:latin typeface="Segoe UI Symbol" panose="020B0502040204020203" pitchFamily="34" charset="0"/>
              </a:rPr>
              <a:t>l’affichage</a:t>
            </a:r>
          </a:p>
          <a:p>
            <a:pPr>
              <a:lnSpc>
                <a:spcPts val="2113"/>
              </a:lnSpc>
              <a:spcBef>
                <a:spcPts val="1625"/>
              </a:spcBef>
              <a:buClr>
                <a:srgbClr val="006498"/>
              </a:buClr>
              <a:buSzPct val="85000"/>
              <a:buFont typeface="Segoe UI Symbol" panose="020B0502040204020203" pitchFamily="34" charset="0"/>
              <a:buChar char="•"/>
            </a:pPr>
            <a:r>
              <a:rPr lang="fr-FR" altLang="en-US" sz="2000" dirty="0">
                <a:latin typeface="Segoe UI Symbol" panose="020B0502040204020203" pitchFamily="34" charset="0"/>
              </a:rPr>
              <a:t>Découvrir l’interface </a:t>
            </a:r>
            <a:r>
              <a:rPr lang="fr-F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 smtClean="0">
                <a:latin typeface="Segoe UI Symbol" panose="020B0502040204020203" pitchFamily="34" charset="0"/>
              </a:rPr>
              <a:t>IMultiValueConverter</a:t>
            </a:r>
            <a:r>
              <a:rPr lang="fr-F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>
                <a:latin typeface="Segoe UI Symbol" panose="020B0502040204020203" pitchFamily="34" charset="0"/>
              </a:rPr>
              <a:t>pour</a:t>
            </a:r>
            <a:r>
              <a:rPr lang="fr-F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>
                <a:latin typeface="Segoe UI Symbol" panose="020B0502040204020203" pitchFamily="34" charset="0"/>
              </a:rPr>
              <a:t>convertir</a:t>
            </a:r>
            <a:r>
              <a:rPr lang="fr-F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>
                <a:latin typeface="Segoe UI Symbol" panose="020B0502040204020203" pitchFamily="34" charset="0"/>
              </a:rPr>
              <a:t>une</a:t>
            </a:r>
            <a:r>
              <a:rPr lang="fr-F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>
                <a:latin typeface="Segoe UI Symbol" panose="020B0502040204020203" pitchFamily="34" charset="0"/>
              </a:rPr>
              <a:t>valeur</a:t>
            </a:r>
            <a:r>
              <a:rPr lang="fr-F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>
                <a:latin typeface="Segoe UI Symbol" panose="020B0502040204020203" pitchFamily="34" charset="0"/>
              </a:rPr>
              <a:t>ou</a:t>
            </a:r>
            <a:r>
              <a:rPr lang="fr-F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>
                <a:latin typeface="Segoe UI Symbol" panose="020B0502040204020203" pitchFamily="34" charset="0"/>
              </a:rPr>
              <a:t>un</a:t>
            </a:r>
            <a:r>
              <a:rPr lang="fr-F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>
                <a:latin typeface="Segoe UI Symbol" panose="020B0502040204020203" pitchFamily="34" charset="0"/>
              </a:rPr>
              <a:t>type</a:t>
            </a:r>
            <a:r>
              <a:rPr lang="fr-F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>
                <a:latin typeface="Segoe UI Symbol" panose="020B0502040204020203" pitchFamily="34" charset="0"/>
              </a:rPr>
              <a:t>pour</a:t>
            </a:r>
            <a:r>
              <a:rPr lang="fr-F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dirty="0" smtClean="0">
                <a:latin typeface="Segoe UI Symbol" panose="020B0502040204020203" pitchFamily="34" charset="0"/>
              </a:rPr>
              <a:t>l’affichage</a:t>
            </a:r>
            <a:endParaRPr lang="fr-FR" altLang="en-US" sz="2000" dirty="0">
              <a:latin typeface="Segoe UI Symbol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076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/>
          <p:cNvSpPr txBox="1">
            <a:spLocks noChangeArrowheads="1"/>
          </p:cNvSpPr>
          <p:nvPr/>
        </p:nvSpPr>
        <p:spPr bwMode="auto">
          <a:xfrm>
            <a:off x="468121" y="768604"/>
            <a:ext cx="10379988" cy="2996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>
                <a:latin typeface="Segoe UI Symbol" panose="020B0502040204020203" pitchFamily="34" charset="0"/>
              </a:rPr>
              <a:t>Convertisseurs de données 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2000"/>
              </a:lnSpc>
              <a:spcBef>
                <a:spcPts val="1613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Parfois les données du modèle ne sont pas prêtes à être affichées telles quelles exemple:</a:t>
            </a:r>
          </a:p>
          <a:p>
            <a:pPr eaLnBrk="1" hangingPunct="1">
              <a:spcBef>
                <a:spcPts val="338"/>
              </a:spcBef>
              <a:buClr>
                <a:srgbClr val="006498"/>
              </a:buClr>
              <a:buSzPct val="60000"/>
            </a:pPr>
            <a:endParaRPr lang="fr-FR" alt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spcBef>
                <a:spcPts val="338"/>
              </a:spcBef>
              <a:buClr>
                <a:srgbClr val="006498"/>
              </a:buClr>
              <a:buSzPct val="60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Si </a:t>
            </a:r>
            <a:r>
              <a:rPr lang="fr-FR" alt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StringFormat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du Binding n’est pas suffisant</a:t>
            </a:r>
          </a:p>
          <a:p>
            <a:pPr lvl="1">
              <a:spcBef>
                <a:spcPts val="338"/>
              </a:spcBef>
              <a:buClr>
                <a:srgbClr val="006498"/>
              </a:buClr>
              <a:buSzPct val="60000"/>
              <a:buFont typeface="Wingdings" panose="05000000000000000000" pitchFamily="2" charset="2"/>
              <a:buChar char=""/>
            </a:pPr>
            <a:endParaRPr lang="fr-FR" alt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spcBef>
                <a:spcPts val="325"/>
              </a:spcBef>
              <a:buClr>
                <a:srgbClr val="006498"/>
              </a:buClr>
              <a:buSzPct val="60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Changement du type de donnée int, double … -&gt; Bitmap, Brush, Couleur …</a:t>
            </a:r>
          </a:p>
          <a:p>
            <a:pPr lvl="1">
              <a:spcBef>
                <a:spcPts val="325"/>
              </a:spcBef>
              <a:buClr>
                <a:srgbClr val="006498"/>
              </a:buClr>
              <a:buSzPct val="60000"/>
              <a:buFont typeface="Wingdings" panose="05000000000000000000" pitchFamily="2" charset="2"/>
              <a:buChar char=""/>
            </a:pPr>
            <a:endParaRPr lang="fr-FR" altLang="en-US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spcBef>
                <a:spcPts val="325"/>
              </a:spcBef>
              <a:buClr>
                <a:srgbClr val="006498"/>
              </a:buClr>
              <a:buSzPct val="60000"/>
              <a:buFont typeface="Wingdings" panose="05000000000000000000" pitchFamily="2" charset="2"/>
              <a:buChar char="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faut aussi parfois convertir les données saisies, sélectionnées en données métiers 		 « Des objets »</a:t>
            </a:r>
            <a:endParaRPr lang="fr-FR" altLang="en-US" sz="1600" dirty="0">
              <a:latin typeface="Segoe UI Symbol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101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0"/>
          <p:cNvSpPr txBox="1"/>
          <p:nvPr/>
        </p:nvSpPr>
        <p:spPr>
          <a:xfrm>
            <a:off x="374841" y="596646"/>
            <a:ext cx="5865812" cy="346249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5852795" algn="l"/>
              </a:tabLst>
              <a:defRPr/>
            </a:pPr>
            <a:r>
              <a:rPr sz="2250" u="heavy" spc="-55" dirty="0">
                <a:latin typeface="Segoe UI Symbol"/>
                <a:cs typeface="Segoe UI Symbol"/>
              </a:rPr>
              <a:t>C</a:t>
            </a:r>
            <a:r>
              <a:rPr sz="2250" u="heavy" spc="-30" dirty="0">
                <a:latin typeface="Segoe UI Symbol"/>
                <a:cs typeface="Segoe UI Symbol"/>
              </a:rPr>
              <a:t>o</a:t>
            </a:r>
            <a:r>
              <a:rPr sz="2250" u="heavy" spc="-80" dirty="0">
                <a:latin typeface="Segoe UI Symbol"/>
                <a:cs typeface="Segoe UI Symbol"/>
              </a:rPr>
              <a:t>n</a:t>
            </a:r>
            <a:r>
              <a:rPr sz="2250" u="heavy" spc="-75" dirty="0">
                <a:latin typeface="Segoe UI Symbol"/>
                <a:cs typeface="Segoe UI Symbol"/>
              </a:rPr>
              <a:t>v</a:t>
            </a:r>
            <a:r>
              <a:rPr sz="2250" u="heavy" spc="-30" dirty="0">
                <a:latin typeface="Segoe UI Symbol"/>
                <a:cs typeface="Segoe UI Symbol"/>
              </a:rPr>
              <a:t>e</a:t>
            </a:r>
            <a:r>
              <a:rPr sz="2250" u="heavy" spc="-65" dirty="0">
                <a:latin typeface="Segoe UI Symbol"/>
                <a:cs typeface="Segoe UI Symbol"/>
              </a:rPr>
              <a:t>r</a:t>
            </a:r>
            <a:r>
              <a:rPr sz="2250" u="heavy" spc="-45" dirty="0">
                <a:latin typeface="Segoe UI Symbol"/>
                <a:cs typeface="Segoe UI Symbol"/>
              </a:rPr>
              <a:t>t</a:t>
            </a:r>
            <a:r>
              <a:rPr sz="2250" u="heavy" spc="-70" dirty="0">
                <a:latin typeface="Segoe UI Symbol"/>
                <a:cs typeface="Segoe UI Symbol"/>
              </a:rPr>
              <a:t>i</a:t>
            </a:r>
            <a:r>
              <a:rPr sz="2250" u="heavy" spc="-50" dirty="0">
                <a:latin typeface="Segoe UI Symbol"/>
                <a:cs typeface="Segoe UI Symbol"/>
              </a:rPr>
              <a:t>s</a:t>
            </a:r>
            <a:r>
              <a:rPr sz="2250" u="heavy" spc="-95" dirty="0">
                <a:latin typeface="Segoe UI Symbol"/>
                <a:cs typeface="Segoe UI Symbol"/>
              </a:rPr>
              <a:t>s</a:t>
            </a:r>
            <a:r>
              <a:rPr sz="2250" u="heavy" spc="-30" dirty="0">
                <a:latin typeface="Segoe UI Symbol"/>
                <a:cs typeface="Segoe UI Symbol"/>
              </a:rPr>
              <a:t>eu</a:t>
            </a:r>
            <a:r>
              <a:rPr sz="2250" u="heavy" spc="-65" dirty="0">
                <a:latin typeface="Segoe UI Symbol"/>
                <a:cs typeface="Segoe UI Symbol"/>
              </a:rPr>
              <a:t>r</a:t>
            </a:r>
            <a:r>
              <a:rPr sz="2250" u="heavy" spc="-50" dirty="0">
                <a:latin typeface="Segoe UI Symbol"/>
                <a:cs typeface="Segoe UI Symbol"/>
              </a:rPr>
              <a:t>s</a:t>
            </a:r>
            <a:r>
              <a:rPr sz="2250" u="heavy" dirty="0">
                <a:latin typeface="Segoe UI Symbol"/>
                <a:cs typeface="Segoe UI Symbol"/>
              </a:rPr>
              <a:t>,</a:t>
            </a:r>
            <a:r>
              <a:rPr sz="2250" u="heavy" spc="-190" dirty="0">
                <a:latin typeface="Segoe UI Symbol"/>
                <a:cs typeface="Segoe UI Symbol"/>
              </a:rPr>
              <a:t> </a:t>
            </a:r>
            <a:r>
              <a:rPr sz="2250" u="heavy" spc="-40" dirty="0">
                <a:latin typeface="Segoe UI Symbol"/>
                <a:cs typeface="Segoe UI Symbol"/>
              </a:rPr>
              <a:t>c</a:t>
            </a:r>
            <a:r>
              <a:rPr sz="2250" u="heavy" spc="-30" dirty="0">
                <a:latin typeface="Segoe UI Symbol"/>
                <a:cs typeface="Segoe UI Symbol"/>
              </a:rPr>
              <a:t>ô</a:t>
            </a:r>
            <a:r>
              <a:rPr sz="2250" u="heavy" spc="-95" dirty="0">
                <a:latin typeface="Segoe UI Symbol"/>
                <a:cs typeface="Segoe UI Symbol"/>
              </a:rPr>
              <a:t>t</a:t>
            </a:r>
            <a:r>
              <a:rPr sz="2250" u="heavy" dirty="0">
                <a:latin typeface="Segoe UI Symbol"/>
                <a:cs typeface="Segoe UI Symbol"/>
              </a:rPr>
              <a:t>é</a:t>
            </a:r>
            <a:r>
              <a:rPr sz="2250" u="heavy" spc="-165" dirty="0">
                <a:latin typeface="Segoe UI Symbol"/>
                <a:cs typeface="Segoe UI Symbol"/>
              </a:rPr>
              <a:t> </a:t>
            </a:r>
            <a:r>
              <a:rPr sz="2250" u="heavy" spc="-40" dirty="0">
                <a:latin typeface="Segoe UI Symbol"/>
                <a:cs typeface="Segoe UI Symbol"/>
              </a:rPr>
              <a:t>X</a:t>
            </a:r>
            <a:r>
              <a:rPr sz="2250" u="heavy" spc="-70" dirty="0">
                <a:latin typeface="Segoe UI Symbol"/>
                <a:cs typeface="Segoe UI Symbol"/>
              </a:rPr>
              <a:t>A</a:t>
            </a:r>
            <a:r>
              <a:rPr sz="2250" u="heavy" spc="-60" dirty="0">
                <a:latin typeface="Segoe UI Symbol"/>
                <a:cs typeface="Segoe UI Symbol"/>
              </a:rPr>
              <a:t>M</a:t>
            </a:r>
            <a:r>
              <a:rPr sz="2250" u="heavy" dirty="0">
                <a:latin typeface="Segoe UI Symbol"/>
                <a:cs typeface="Segoe UI Symbol"/>
              </a:rPr>
              <a:t>L 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8858" y="1139144"/>
            <a:ext cx="107648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en-US" dirty="0" err="1" smtClean="0">
                <a:latin typeface="Segoe UI Symbol" panose="020B0502040204020203" pitchFamily="34" charset="0"/>
              </a:rPr>
              <a:t>Declaration</a:t>
            </a:r>
            <a:r>
              <a:rPr lang="fr-FR" altLang="en-US" dirty="0" smtClean="0">
                <a:latin typeface="Segoe UI Symbol" panose="020B0502040204020203" pitchFamily="34" charset="0"/>
              </a:rPr>
              <a:t> de convertisseur au niveau des ressources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886689" y="1663949"/>
            <a:ext cx="1039700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="http://schemas.microsoft.com/dotnet/2021/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maui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="http://schemas.microsoft.com/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winfx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/2009/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xaml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clr-namespace:FirstMauiApp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xmlns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scg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clr-namespace:System.Collections.Generic;assembly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netstandard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="FirstMauiApp.MainPage"&gt;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HexToColorConverter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Key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="hextocolorConverter"/&gt;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ContentPage.Resources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BackgroundColor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fr-FR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Binding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 ... 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Converter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={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StaticResource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hextocolorConverter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}}"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 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StackLayout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ContentPage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222954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1"/>
          <p:cNvSpPr txBox="1"/>
          <p:nvPr/>
        </p:nvSpPr>
        <p:spPr>
          <a:xfrm>
            <a:off x="347409" y="706311"/>
            <a:ext cx="5865812" cy="346249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5852795" algn="l"/>
              </a:tabLst>
              <a:defRPr/>
            </a:pPr>
            <a:r>
              <a:rPr sz="2250" u="heavy" spc="-25" dirty="0">
                <a:latin typeface="Segoe UI Symbol"/>
                <a:cs typeface="Segoe UI Symbol"/>
              </a:rPr>
              <a:t>I</a:t>
            </a:r>
            <a:r>
              <a:rPr sz="2250" u="heavy" spc="-120" dirty="0">
                <a:latin typeface="Segoe UI Symbol"/>
                <a:cs typeface="Segoe UI Symbol"/>
              </a:rPr>
              <a:t>m</a:t>
            </a:r>
            <a:r>
              <a:rPr sz="2250" u="heavy" spc="-35" dirty="0">
                <a:latin typeface="Segoe UI Symbol"/>
                <a:cs typeface="Segoe UI Symbol"/>
              </a:rPr>
              <a:t>p</a:t>
            </a:r>
            <a:r>
              <a:rPr sz="2250" u="heavy" spc="-70" dirty="0">
                <a:latin typeface="Segoe UI Symbol"/>
                <a:cs typeface="Segoe UI Symbol"/>
              </a:rPr>
              <a:t>l</a:t>
            </a:r>
            <a:r>
              <a:rPr sz="2250" u="heavy" spc="-30" dirty="0">
                <a:latin typeface="Segoe UI Symbol"/>
                <a:cs typeface="Segoe UI Symbol"/>
              </a:rPr>
              <a:t>é</a:t>
            </a:r>
            <a:r>
              <a:rPr sz="2250" u="heavy" spc="-120" dirty="0">
                <a:latin typeface="Segoe UI Symbol"/>
                <a:cs typeface="Segoe UI Symbol"/>
              </a:rPr>
              <a:t>m</a:t>
            </a:r>
            <a:r>
              <a:rPr sz="2250" u="heavy" spc="-80" dirty="0">
                <a:latin typeface="Segoe UI Symbol"/>
                <a:cs typeface="Segoe UI Symbol"/>
              </a:rPr>
              <a:t>en</a:t>
            </a:r>
            <a:r>
              <a:rPr sz="2250" u="heavy" spc="-45" dirty="0">
                <a:latin typeface="Segoe UI Symbol"/>
                <a:cs typeface="Segoe UI Symbol"/>
              </a:rPr>
              <a:t>t</a:t>
            </a:r>
            <a:r>
              <a:rPr sz="2250" u="heavy" spc="-95" dirty="0">
                <a:latin typeface="Segoe UI Symbol"/>
                <a:cs typeface="Segoe UI Symbol"/>
              </a:rPr>
              <a:t>a</a:t>
            </a:r>
            <a:r>
              <a:rPr sz="2250" u="heavy" spc="-45" dirty="0">
                <a:latin typeface="Segoe UI Symbol"/>
                <a:cs typeface="Segoe UI Symbol"/>
              </a:rPr>
              <a:t>t</a:t>
            </a:r>
            <a:r>
              <a:rPr sz="2250" u="heavy" spc="-70" dirty="0">
                <a:latin typeface="Segoe UI Symbol"/>
                <a:cs typeface="Segoe UI Symbol"/>
              </a:rPr>
              <a:t>i</a:t>
            </a:r>
            <a:r>
              <a:rPr sz="2250" u="heavy" spc="-75" dirty="0">
                <a:latin typeface="Segoe UI Symbol"/>
                <a:cs typeface="Segoe UI Symbol"/>
              </a:rPr>
              <a:t>o</a:t>
            </a:r>
            <a:r>
              <a:rPr sz="2250" u="heavy" dirty="0">
                <a:latin typeface="Segoe UI Symbol"/>
                <a:cs typeface="Segoe UI Symbol"/>
              </a:rPr>
              <a:t>n</a:t>
            </a:r>
            <a:r>
              <a:rPr sz="2250" u="heavy" spc="-170" dirty="0">
                <a:latin typeface="Segoe UI Symbol"/>
                <a:cs typeface="Segoe UI Symbol"/>
              </a:rPr>
              <a:t> </a:t>
            </a:r>
            <a:r>
              <a:rPr sz="2250" u="heavy" spc="-25" dirty="0" err="1">
                <a:latin typeface="Segoe UI Symbol"/>
                <a:cs typeface="Segoe UI Symbol"/>
              </a:rPr>
              <a:t>I</a:t>
            </a:r>
            <a:r>
              <a:rPr sz="2250" u="heavy" spc="-60" dirty="0" err="1">
                <a:latin typeface="Segoe UI Symbol"/>
                <a:cs typeface="Segoe UI Symbol"/>
              </a:rPr>
              <a:t>V</a:t>
            </a:r>
            <a:r>
              <a:rPr sz="2250" u="heavy" spc="-45" dirty="0" err="1">
                <a:latin typeface="Segoe UI Symbol"/>
                <a:cs typeface="Segoe UI Symbol"/>
              </a:rPr>
              <a:t>a</a:t>
            </a:r>
            <a:r>
              <a:rPr sz="2250" u="heavy" spc="-120" dirty="0" err="1">
                <a:latin typeface="Segoe UI Symbol"/>
                <a:cs typeface="Segoe UI Symbol"/>
              </a:rPr>
              <a:t>l</a:t>
            </a:r>
            <a:r>
              <a:rPr sz="2250" u="heavy" spc="-80" dirty="0" err="1">
                <a:latin typeface="Segoe UI Symbol"/>
                <a:cs typeface="Segoe UI Symbol"/>
              </a:rPr>
              <a:t>u</a:t>
            </a:r>
            <a:r>
              <a:rPr sz="2250" u="heavy" spc="-30" dirty="0" err="1">
                <a:latin typeface="Segoe UI Symbol"/>
                <a:cs typeface="Segoe UI Symbol"/>
              </a:rPr>
              <a:t>e</a:t>
            </a:r>
            <a:r>
              <a:rPr sz="2250" u="heavy" spc="-105" dirty="0" err="1">
                <a:latin typeface="Segoe UI Symbol"/>
                <a:cs typeface="Segoe UI Symbol"/>
              </a:rPr>
              <a:t>C</a:t>
            </a:r>
            <a:r>
              <a:rPr sz="2250" u="heavy" spc="-75" dirty="0" err="1">
                <a:latin typeface="Segoe UI Symbol"/>
                <a:cs typeface="Segoe UI Symbol"/>
              </a:rPr>
              <a:t>o</a:t>
            </a:r>
            <a:r>
              <a:rPr sz="2250" u="heavy" spc="-80" dirty="0" err="1">
                <a:latin typeface="Segoe UI Symbol"/>
                <a:cs typeface="Segoe UI Symbol"/>
              </a:rPr>
              <a:t>n</a:t>
            </a:r>
            <a:r>
              <a:rPr sz="2250" u="heavy" spc="-75" dirty="0" err="1">
                <a:latin typeface="Segoe UI Symbol"/>
                <a:cs typeface="Segoe UI Symbol"/>
              </a:rPr>
              <a:t>v</a:t>
            </a:r>
            <a:r>
              <a:rPr sz="2250" u="heavy" spc="-30" dirty="0" err="1">
                <a:latin typeface="Segoe UI Symbol"/>
                <a:cs typeface="Segoe UI Symbol"/>
              </a:rPr>
              <a:t>e</a:t>
            </a:r>
            <a:r>
              <a:rPr sz="2250" u="heavy" spc="-65" dirty="0" err="1">
                <a:latin typeface="Segoe UI Symbol"/>
                <a:cs typeface="Segoe UI Symbol"/>
              </a:rPr>
              <a:t>r</a:t>
            </a:r>
            <a:r>
              <a:rPr sz="2250" u="heavy" spc="-95" dirty="0" err="1">
                <a:latin typeface="Segoe UI Symbol"/>
                <a:cs typeface="Segoe UI Symbol"/>
              </a:rPr>
              <a:t>t</a:t>
            </a:r>
            <a:r>
              <a:rPr sz="2250" u="heavy" spc="-30" dirty="0" err="1">
                <a:latin typeface="Segoe UI Symbol"/>
                <a:cs typeface="Segoe UI Symbol"/>
              </a:rPr>
              <a:t>e</a:t>
            </a:r>
            <a:r>
              <a:rPr sz="2250" u="heavy" dirty="0" err="1">
                <a:latin typeface="Segoe UI Symbol"/>
                <a:cs typeface="Segoe UI Symbol"/>
              </a:rPr>
              <a:t>r</a:t>
            </a:r>
            <a:r>
              <a:rPr sz="2250" u="heavy" dirty="0">
                <a:latin typeface="Segoe UI Symbol"/>
                <a:cs typeface="Segoe UI Symbol"/>
              </a:rPr>
              <a:t> 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6824" y="1440787"/>
            <a:ext cx="11417808" cy="3906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 err="1">
                <a:solidFill>
                  <a:srgbClr val="2A90AE"/>
                </a:solidFill>
                <a:latin typeface="Consolas" panose="020B0609020204030204" pitchFamily="49" charset="0"/>
              </a:rPr>
              <a:t>BooleanToVisibilityConverter</a:t>
            </a:r>
            <a:r>
              <a:rPr lang="en-US" altLang="en-US" sz="1400" dirty="0">
                <a:solidFill>
                  <a:srgbClr val="2A90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latin typeface="Consolas" panose="020B0609020204030204" pitchFamily="49" charset="0"/>
              </a:rPr>
              <a:t>: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 err="1">
                <a:solidFill>
                  <a:srgbClr val="2A90AE"/>
                </a:solidFill>
                <a:latin typeface="Consolas" panose="020B0609020204030204" pitchFamily="49" charset="0"/>
              </a:rPr>
              <a:t>IValueConverter</a:t>
            </a:r>
            <a:r>
              <a:rPr lang="en-US" altLang="en-US" sz="1400" dirty="0">
                <a:solidFill>
                  <a:srgbClr val="2A90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en-US" sz="1400" dirty="0" smtClean="0">
              <a:solidFill>
                <a:srgbClr val="2A90A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dirty="0" smtClean="0">
                <a:latin typeface="Consolas" panose="020B0609020204030204" pitchFamily="49" charset="0"/>
              </a:rPr>
              <a:t>{</a:t>
            </a:r>
            <a:endParaRPr lang="en-US" altLang="en-US" sz="1400" dirty="0">
              <a:latin typeface="Consolas" panose="020B0609020204030204" pitchFamily="49" charset="0"/>
            </a:endParaRPr>
          </a:p>
          <a:p>
            <a:pPr lvl="1"/>
            <a:r>
              <a:rPr lang="en-US" altLang="en-US" sz="1400" dirty="0">
                <a:solidFill>
                  <a:srgbClr val="003100"/>
                </a:solidFill>
                <a:latin typeface="Consolas" panose="020B0609020204030204" pitchFamily="49" charset="0"/>
              </a:rPr>
              <a:t>//</a:t>
            </a:r>
            <a:r>
              <a:rPr lang="en-US" altLang="en-US" sz="1400" dirty="0">
                <a:solidFill>
                  <a:srgbClr val="0031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 err="1">
                <a:solidFill>
                  <a:srgbClr val="003100"/>
                </a:solidFill>
                <a:latin typeface="Consolas" panose="020B0609020204030204" pitchFamily="49" charset="0"/>
              </a:rPr>
              <a:t>convertir</a:t>
            </a:r>
            <a:r>
              <a:rPr lang="en-US" altLang="en-US" sz="1400" dirty="0">
                <a:solidFill>
                  <a:srgbClr val="0031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solidFill>
                  <a:srgbClr val="003100"/>
                </a:solidFill>
                <a:latin typeface="Consolas" panose="020B0609020204030204" pitchFamily="49" charset="0"/>
              </a:rPr>
              <a:t>les</a:t>
            </a:r>
            <a:r>
              <a:rPr lang="en-US" altLang="en-US" sz="1400" dirty="0">
                <a:solidFill>
                  <a:srgbClr val="0031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solidFill>
                  <a:srgbClr val="003100"/>
                </a:solidFill>
                <a:latin typeface="Consolas" panose="020B0609020204030204" pitchFamily="49" charset="0"/>
              </a:rPr>
              <a:t>données</a:t>
            </a:r>
            <a:r>
              <a:rPr lang="en-US" altLang="en-US" sz="1400" dirty="0">
                <a:solidFill>
                  <a:srgbClr val="0031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solidFill>
                  <a:srgbClr val="003100"/>
                </a:solidFill>
                <a:latin typeface="Consolas" panose="020B0609020204030204" pitchFamily="49" charset="0"/>
              </a:rPr>
              <a:t>pour</a:t>
            </a:r>
            <a:r>
              <a:rPr lang="en-US" altLang="en-US" sz="1400" dirty="0">
                <a:solidFill>
                  <a:srgbClr val="0031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 err="1" smtClean="0">
                <a:solidFill>
                  <a:srgbClr val="003100"/>
                </a:solidFill>
                <a:latin typeface="Consolas" panose="020B0609020204030204" pitchFamily="49" charset="0"/>
              </a:rPr>
              <a:t>l’IHM</a:t>
            </a:r>
            <a:endParaRPr lang="en-US" altLang="en-US" sz="1400" dirty="0" smtClean="0">
              <a:solidFill>
                <a:srgbClr val="003100"/>
              </a:solidFill>
              <a:latin typeface="Consolas" panose="020B0609020204030204" pitchFamily="49" charset="0"/>
            </a:endParaRPr>
          </a:p>
          <a:p>
            <a:pPr lvl="1"/>
            <a:endParaRPr lang="en-US" altLang="en-US" sz="1400" dirty="0">
              <a:latin typeface="Consolas" panose="020B0609020204030204" pitchFamily="49" charset="0"/>
            </a:endParaRPr>
          </a:p>
          <a:p>
            <a:pPr lvl="1">
              <a:lnSpc>
                <a:spcPts val="1150"/>
              </a:lnSpc>
              <a:spcBef>
                <a:spcPts val="125"/>
              </a:spcBef>
            </a:pP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latin typeface="Consolas" panose="020B0609020204030204" pitchFamily="49" charset="0"/>
              </a:rPr>
              <a:t>Convert(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latin typeface="Consolas" panose="020B0609020204030204" pitchFamily="49" charset="0"/>
              </a:rPr>
              <a:t>value,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solidFill>
                  <a:srgbClr val="2A90AE"/>
                </a:solidFill>
                <a:latin typeface="Consolas" panose="020B0609020204030204" pitchFamily="49" charset="0"/>
              </a:rPr>
              <a:t>Type</a:t>
            </a:r>
            <a:r>
              <a:rPr lang="en-US" altLang="en-US" sz="1400" dirty="0">
                <a:solidFill>
                  <a:srgbClr val="2A90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 err="1">
                <a:latin typeface="Consolas" panose="020B0609020204030204" pitchFamily="49" charset="0"/>
              </a:rPr>
              <a:t>targetType</a:t>
            </a:r>
            <a:r>
              <a:rPr lang="en-US" altLang="en-US" sz="1400" dirty="0">
                <a:latin typeface="Consolas" panose="020B0609020204030204" pitchFamily="49" charset="0"/>
              </a:rPr>
              <a:t>,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 err="1">
                <a:latin typeface="Consolas" panose="020B0609020204030204" pitchFamily="49" charset="0"/>
              </a:rPr>
              <a:t>param</a:t>
            </a:r>
            <a:r>
              <a:rPr lang="en-US" altLang="en-US" sz="1400" dirty="0">
                <a:latin typeface="Consolas" panose="020B0609020204030204" pitchFamily="49" charset="0"/>
              </a:rPr>
              <a:t>,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 err="1">
                <a:solidFill>
                  <a:srgbClr val="2A90AE"/>
                </a:solidFill>
                <a:latin typeface="Consolas" panose="020B0609020204030204" pitchFamily="49" charset="0"/>
              </a:rPr>
              <a:t>CultureInfo</a:t>
            </a:r>
            <a:r>
              <a:rPr lang="en-US" altLang="en-US" sz="1400" dirty="0">
                <a:solidFill>
                  <a:srgbClr val="2A90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latin typeface="Consolas" panose="020B0609020204030204" pitchFamily="49" charset="0"/>
              </a:rPr>
              <a:t>culture</a:t>
            </a:r>
            <a:r>
              <a:rPr lang="en-US" altLang="en-US" sz="1400" dirty="0" smtClean="0">
                <a:latin typeface="Consolas" panose="020B0609020204030204" pitchFamily="49" charset="0"/>
              </a:rPr>
              <a:t>)</a:t>
            </a:r>
          </a:p>
          <a:p>
            <a:pPr lvl="1">
              <a:lnSpc>
                <a:spcPts val="1150"/>
              </a:lnSpc>
              <a:spcBef>
                <a:spcPts val="125"/>
              </a:spcBef>
            </a:pPr>
            <a:endParaRPr lang="en-US" altLang="en-US" sz="1400" dirty="0">
              <a:latin typeface="Consolas" panose="020B0609020204030204" pitchFamily="49" charset="0"/>
            </a:endParaRPr>
          </a:p>
          <a:p>
            <a:pPr lvl="1">
              <a:lnSpc>
                <a:spcPts val="1175"/>
              </a:lnSpc>
            </a:pPr>
            <a:r>
              <a:rPr lang="en-US" altLang="en-US" sz="1400" dirty="0" smtClean="0">
                <a:latin typeface="Consolas" panose="020B0609020204030204" pitchFamily="49" charset="0"/>
              </a:rPr>
              <a:t>{</a:t>
            </a:r>
          </a:p>
          <a:p>
            <a:pPr lvl="1">
              <a:lnSpc>
                <a:spcPts val="1175"/>
              </a:lnSpc>
            </a:pPr>
            <a:r>
              <a:rPr lang="en-US" altLang="en-US" sz="1400" dirty="0">
                <a:latin typeface="Consolas" panose="020B0609020204030204" pitchFamily="49" charset="0"/>
              </a:rPr>
              <a:t> </a:t>
            </a:r>
            <a:r>
              <a:rPr lang="en-US" altLang="en-US" sz="1400" dirty="0" smtClean="0">
                <a:latin typeface="Consolas" panose="020B0609020204030204" pitchFamily="49" charset="0"/>
              </a:rPr>
              <a:t> </a:t>
            </a:r>
          </a:p>
          <a:p>
            <a:pPr lvl="1">
              <a:lnSpc>
                <a:spcPts val="1175"/>
              </a:lnSpc>
            </a:pPr>
            <a:r>
              <a:rPr lang="en-US" sz="1400" spc="20" dirty="0">
                <a:solidFill>
                  <a:srgbClr val="0000FF"/>
                </a:solidFill>
                <a:latin typeface="Consolas" panose="020B0609020204030204" pitchFamily="49" charset="0"/>
                <a:cs typeface="Consolas"/>
              </a:rPr>
              <a:t> </a:t>
            </a:r>
            <a:r>
              <a:rPr lang="en-US" sz="1400" spc="20" dirty="0" smtClean="0">
                <a:solidFill>
                  <a:srgbClr val="0000FF"/>
                </a:solidFill>
                <a:latin typeface="Consolas" panose="020B0609020204030204" pitchFamily="49" charset="0"/>
                <a:cs typeface="Consolas"/>
              </a:rPr>
              <a:t>  </a:t>
            </a:r>
            <a:r>
              <a:rPr lang="en-US" sz="1400" spc="20" dirty="0" smtClean="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lang="en-US" sz="1400" spc="-30" dirty="0" smtClean="0">
                <a:solidFill>
                  <a:srgbClr val="0000FF"/>
                </a:solidFill>
                <a:latin typeface="Consolas"/>
                <a:cs typeface="Consolas"/>
              </a:rPr>
              <a:t>e</a:t>
            </a:r>
            <a:r>
              <a:rPr lang="en-US" sz="1400" spc="20" dirty="0" smtClean="0">
                <a:solidFill>
                  <a:srgbClr val="0000FF"/>
                </a:solidFill>
                <a:latin typeface="Consolas"/>
                <a:cs typeface="Consolas"/>
              </a:rPr>
              <a:t>t</a:t>
            </a:r>
            <a:r>
              <a:rPr lang="en-US" sz="1400" spc="-30" dirty="0" smtClean="0">
                <a:solidFill>
                  <a:srgbClr val="0000FF"/>
                </a:solidFill>
                <a:latin typeface="Consolas"/>
                <a:cs typeface="Consolas"/>
              </a:rPr>
              <a:t>u</a:t>
            </a:r>
            <a:r>
              <a:rPr lang="en-US" sz="1400" spc="20" dirty="0" smtClean="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lang="en-US" sz="1400" dirty="0" smtClean="0">
                <a:solidFill>
                  <a:srgbClr val="0000FF"/>
                </a:solidFill>
                <a:latin typeface="Consolas"/>
                <a:cs typeface="Consolas"/>
              </a:rPr>
              <a:t>n</a:t>
            </a:r>
            <a:r>
              <a:rPr lang="en-US" sz="1400" dirty="0" smtClean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400" spc="5" dirty="0" smtClean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400" spc="-30" dirty="0">
                <a:latin typeface="Consolas"/>
                <a:cs typeface="Consolas"/>
              </a:rPr>
              <a:t>(</a:t>
            </a:r>
            <a:r>
              <a:rPr lang="en-US" sz="1400" spc="20" dirty="0">
                <a:latin typeface="Consolas"/>
                <a:cs typeface="Consolas"/>
              </a:rPr>
              <a:t>v</a:t>
            </a:r>
            <a:r>
              <a:rPr lang="en-US" sz="1400" spc="-30" dirty="0">
                <a:latin typeface="Consolas"/>
                <a:cs typeface="Consolas"/>
              </a:rPr>
              <a:t>a</a:t>
            </a:r>
            <a:r>
              <a:rPr lang="en-US" sz="1400" spc="20" dirty="0">
                <a:latin typeface="Consolas"/>
                <a:cs typeface="Consolas"/>
              </a:rPr>
              <a:t>l</a:t>
            </a:r>
            <a:r>
              <a:rPr lang="en-US" sz="1400" spc="-30" dirty="0">
                <a:latin typeface="Consolas"/>
                <a:cs typeface="Consolas"/>
              </a:rPr>
              <a:t>u</a:t>
            </a:r>
            <a:r>
              <a:rPr lang="en-US" sz="1400" dirty="0">
                <a:latin typeface="Consolas"/>
                <a:cs typeface="Consolas"/>
              </a:rPr>
              <a:t>e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spc="50" dirty="0">
                <a:latin typeface="Times New Roman"/>
                <a:cs typeface="Times New Roman"/>
              </a:rPr>
              <a:t> </a:t>
            </a:r>
            <a:r>
              <a:rPr lang="en-US" sz="1400" spc="-30" dirty="0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lang="en-US" sz="1400" dirty="0">
                <a:solidFill>
                  <a:srgbClr val="0000FF"/>
                </a:solidFill>
                <a:latin typeface="Consolas"/>
                <a:cs typeface="Consolas"/>
              </a:rPr>
              <a:t>s</a:t>
            </a:r>
            <a:r>
              <a:rPr lang="en-US" sz="14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400" spc="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400" spc="-30" dirty="0" smtClean="0">
                <a:solidFill>
                  <a:srgbClr val="0000FF"/>
                </a:solidFill>
                <a:latin typeface="Consolas"/>
                <a:cs typeface="Consolas"/>
              </a:rPr>
              <a:t>bo</a:t>
            </a:r>
            <a:r>
              <a:rPr lang="en-US" sz="1400" spc="20" dirty="0" smtClean="0">
                <a:solidFill>
                  <a:srgbClr val="0000FF"/>
                </a:solidFill>
                <a:latin typeface="Consolas"/>
                <a:cs typeface="Consolas"/>
              </a:rPr>
              <a:t>o</a:t>
            </a:r>
            <a:r>
              <a:rPr lang="en-US" sz="1400" dirty="0" smtClean="0">
                <a:solidFill>
                  <a:srgbClr val="0000FF"/>
                </a:solidFill>
                <a:latin typeface="Consolas"/>
                <a:cs typeface="Consolas"/>
              </a:rPr>
              <a:t>l </a:t>
            </a:r>
            <a:r>
              <a:rPr lang="en-US" sz="1400" spc="20" dirty="0">
                <a:latin typeface="Consolas"/>
                <a:cs typeface="Consolas"/>
              </a:rPr>
              <a:t>&amp;</a:t>
            </a:r>
            <a:r>
              <a:rPr lang="en-US" sz="1400" dirty="0">
                <a:latin typeface="Consolas"/>
                <a:cs typeface="Consolas"/>
              </a:rPr>
              <a:t>&amp;</a:t>
            </a:r>
            <a:r>
              <a:rPr lang="en-US" sz="1400" dirty="0">
                <a:latin typeface="Times New Roman"/>
                <a:cs typeface="Times New Roman"/>
              </a:rPr>
              <a:t>  </a:t>
            </a:r>
            <a:r>
              <a:rPr lang="en-US" sz="1400" spc="20" dirty="0">
                <a:latin typeface="Consolas"/>
                <a:cs typeface="Consolas"/>
              </a:rPr>
              <a:t>(</a:t>
            </a:r>
            <a:r>
              <a:rPr lang="en-US" sz="1400" spc="-30" dirty="0">
                <a:solidFill>
                  <a:srgbClr val="0000FF"/>
                </a:solidFill>
                <a:latin typeface="Consolas"/>
                <a:cs typeface="Consolas"/>
              </a:rPr>
              <a:t>b</a:t>
            </a:r>
            <a:r>
              <a:rPr lang="en-US" sz="1400" spc="20" dirty="0">
                <a:solidFill>
                  <a:srgbClr val="0000FF"/>
                </a:solidFill>
                <a:latin typeface="Consolas"/>
                <a:cs typeface="Consolas"/>
              </a:rPr>
              <a:t>o</a:t>
            </a:r>
            <a:r>
              <a:rPr lang="en-US" sz="1400" spc="-30" dirty="0">
                <a:solidFill>
                  <a:srgbClr val="0000FF"/>
                </a:solidFill>
                <a:latin typeface="Consolas"/>
                <a:cs typeface="Consolas"/>
              </a:rPr>
              <a:t>o</a:t>
            </a:r>
            <a:r>
              <a:rPr lang="en-US" sz="1400" spc="20" dirty="0">
                <a:solidFill>
                  <a:srgbClr val="0000FF"/>
                </a:solidFill>
                <a:latin typeface="Consolas"/>
                <a:cs typeface="Consolas"/>
              </a:rPr>
              <a:t>l</a:t>
            </a:r>
            <a:r>
              <a:rPr lang="en-US" sz="1400" spc="-30" dirty="0">
                <a:latin typeface="Consolas"/>
                <a:cs typeface="Consolas"/>
              </a:rPr>
              <a:t>)</a:t>
            </a:r>
            <a:r>
              <a:rPr lang="en-US" sz="1400" spc="20" dirty="0">
                <a:latin typeface="Consolas"/>
                <a:cs typeface="Consolas"/>
              </a:rPr>
              <a:t>v</a:t>
            </a:r>
            <a:r>
              <a:rPr lang="en-US" sz="1400" spc="-30" dirty="0">
                <a:latin typeface="Consolas"/>
                <a:cs typeface="Consolas"/>
              </a:rPr>
              <a:t>a</a:t>
            </a:r>
            <a:r>
              <a:rPr lang="en-US" sz="1400" spc="20" dirty="0">
                <a:latin typeface="Consolas"/>
                <a:cs typeface="Consolas"/>
              </a:rPr>
              <a:t>l</a:t>
            </a:r>
            <a:r>
              <a:rPr lang="en-US" sz="1400" spc="-30" dirty="0">
                <a:latin typeface="Consolas"/>
                <a:cs typeface="Consolas"/>
              </a:rPr>
              <a:t>ue</a:t>
            </a:r>
            <a:r>
              <a:rPr lang="en-US" sz="1400" dirty="0">
                <a:latin typeface="Consolas"/>
                <a:cs typeface="Consolas"/>
              </a:rPr>
              <a:t>)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spc="5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Consolas"/>
                <a:cs typeface="Consolas"/>
              </a:rPr>
              <a:t>?</a:t>
            </a:r>
            <a:r>
              <a:rPr lang="en-US" sz="1400" dirty="0">
                <a:latin typeface="Times New Roman"/>
                <a:cs typeface="Times New Roman"/>
              </a:rPr>
              <a:t>  </a:t>
            </a:r>
            <a:r>
              <a:rPr lang="en-US" sz="1400" spc="20" dirty="0" err="1">
                <a:solidFill>
                  <a:srgbClr val="2A90AE"/>
                </a:solidFill>
                <a:latin typeface="Consolas"/>
                <a:cs typeface="Consolas"/>
              </a:rPr>
              <a:t>V</a:t>
            </a:r>
            <a:r>
              <a:rPr lang="en-US" sz="1400" spc="-30" dirty="0" err="1">
                <a:solidFill>
                  <a:srgbClr val="2A90AE"/>
                </a:solidFill>
                <a:latin typeface="Consolas"/>
                <a:cs typeface="Consolas"/>
              </a:rPr>
              <a:t>i</a:t>
            </a:r>
            <a:r>
              <a:rPr lang="en-US" sz="1400" spc="20" dirty="0" err="1">
                <a:solidFill>
                  <a:srgbClr val="2A90AE"/>
                </a:solidFill>
                <a:latin typeface="Consolas"/>
                <a:cs typeface="Consolas"/>
              </a:rPr>
              <a:t>s</a:t>
            </a:r>
            <a:r>
              <a:rPr lang="en-US" sz="1400" spc="-30" dirty="0" err="1">
                <a:solidFill>
                  <a:srgbClr val="2A90AE"/>
                </a:solidFill>
                <a:latin typeface="Consolas"/>
                <a:cs typeface="Consolas"/>
              </a:rPr>
              <a:t>i</a:t>
            </a:r>
            <a:r>
              <a:rPr lang="en-US" sz="1400" spc="20" dirty="0" err="1">
                <a:solidFill>
                  <a:srgbClr val="2A90AE"/>
                </a:solidFill>
                <a:latin typeface="Consolas"/>
                <a:cs typeface="Consolas"/>
              </a:rPr>
              <a:t>b</a:t>
            </a:r>
            <a:r>
              <a:rPr lang="en-US" sz="1400" spc="-30" dirty="0" err="1">
                <a:solidFill>
                  <a:srgbClr val="2A90AE"/>
                </a:solidFill>
                <a:latin typeface="Consolas"/>
                <a:cs typeface="Consolas"/>
              </a:rPr>
              <a:t>il</a:t>
            </a:r>
            <a:r>
              <a:rPr lang="en-US" sz="1400" spc="20" dirty="0" err="1">
                <a:solidFill>
                  <a:srgbClr val="2A90AE"/>
                </a:solidFill>
                <a:latin typeface="Consolas"/>
                <a:cs typeface="Consolas"/>
              </a:rPr>
              <a:t>i</a:t>
            </a:r>
            <a:r>
              <a:rPr lang="en-US" sz="1400" spc="-30" dirty="0" err="1">
                <a:solidFill>
                  <a:srgbClr val="2A90AE"/>
                </a:solidFill>
                <a:latin typeface="Consolas"/>
                <a:cs typeface="Consolas"/>
              </a:rPr>
              <a:t>t</a:t>
            </a:r>
            <a:r>
              <a:rPr lang="en-US" sz="1400" spc="30" dirty="0" err="1">
                <a:solidFill>
                  <a:srgbClr val="2A90AE"/>
                </a:solidFill>
                <a:latin typeface="Consolas"/>
                <a:cs typeface="Consolas"/>
              </a:rPr>
              <a:t>y</a:t>
            </a:r>
            <a:r>
              <a:rPr lang="en-US" sz="1400" spc="-30" dirty="0" err="1">
                <a:latin typeface="Consolas"/>
                <a:cs typeface="Consolas"/>
              </a:rPr>
              <a:t>.</a:t>
            </a:r>
            <a:r>
              <a:rPr lang="en-US" sz="1400" spc="20" dirty="0" err="1">
                <a:latin typeface="Consolas"/>
                <a:cs typeface="Consolas"/>
              </a:rPr>
              <a:t>V</a:t>
            </a:r>
            <a:r>
              <a:rPr lang="en-US" sz="1400" spc="-30" dirty="0" err="1">
                <a:latin typeface="Consolas"/>
                <a:cs typeface="Consolas"/>
              </a:rPr>
              <a:t>i</a:t>
            </a:r>
            <a:r>
              <a:rPr lang="en-US" sz="1400" spc="20" dirty="0" err="1">
                <a:latin typeface="Consolas"/>
                <a:cs typeface="Consolas"/>
              </a:rPr>
              <a:t>s</a:t>
            </a:r>
            <a:r>
              <a:rPr lang="en-US" sz="1400" spc="-30" dirty="0" err="1">
                <a:latin typeface="Consolas"/>
                <a:cs typeface="Consolas"/>
              </a:rPr>
              <a:t>i</a:t>
            </a:r>
            <a:r>
              <a:rPr lang="en-US" sz="1400" spc="20" dirty="0" err="1">
                <a:latin typeface="Consolas"/>
                <a:cs typeface="Consolas"/>
              </a:rPr>
              <a:t>b</a:t>
            </a:r>
            <a:r>
              <a:rPr lang="en-US" sz="1400" spc="-30" dirty="0" err="1">
                <a:latin typeface="Consolas"/>
                <a:cs typeface="Consolas"/>
              </a:rPr>
              <a:t>l</a:t>
            </a:r>
            <a:r>
              <a:rPr lang="en-US" sz="1400" dirty="0" err="1">
                <a:latin typeface="Consolas"/>
                <a:cs typeface="Consolas"/>
              </a:rPr>
              <a:t>e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spc="10" dirty="0">
                <a:latin typeface="Times New Roman"/>
                <a:cs typeface="Times New Roman"/>
              </a:rPr>
              <a:t> </a:t>
            </a:r>
            <a:r>
              <a:rPr lang="en-US" sz="1400" dirty="0">
                <a:latin typeface="Consolas"/>
                <a:cs typeface="Consolas"/>
              </a:rPr>
              <a:t>: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spc="45" dirty="0">
                <a:latin typeface="Times New Roman"/>
                <a:cs typeface="Times New Roman"/>
              </a:rPr>
              <a:t> </a:t>
            </a:r>
            <a:r>
              <a:rPr lang="en-US" sz="1400" spc="-30" dirty="0" err="1">
                <a:solidFill>
                  <a:srgbClr val="2A90AE"/>
                </a:solidFill>
                <a:latin typeface="Consolas"/>
                <a:cs typeface="Consolas"/>
              </a:rPr>
              <a:t>V</a:t>
            </a:r>
            <a:r>
              <a:rPr lang="en-US" sz="1400" spc="20" dirty="0" err="1">
                <a:solidFill>
                  <a:srgbClr val="2A90AE"/>
                </a:solidFill>
                <a:latin typeface="Consolas"/>
                <a:cs typeface="Consolas"/>
              </a:rPr>
              <a:t>i</a:t>
            </a:r>
            <a:r>
              <a:rPr lang="en-US" sz="1400" spc="-30" dirty="0" err="1">
                <a:solidFill>
                  <a:srgbClr val="2A90AE"/>
                </a:solidFill>
                <a:latin typeface="Consolas"/>
                <a:cs typeface="Consolas"/>
              </a:rPr>
              <a:t>s</a:t>
            </a:r>
            <a:r>
              <a:rPr lang="en-US" sz="1400" spc="20" dirty="0" err="1">
                <a:solidFill>
                  <a:srgbClr val="2A90AE"/>
                </a:solidFill>
                <a:latin typeface="Consolas"/>
                <a:cs typeface="Consolas"/>
              </a:rPr>
              <a:t>i</a:t>
            </a:r>
            <a:r>
              <a:rPr lang="en-US" sz="1400" spc="-30" dirty="0" err="1">
                <a:solidFill>
                  <a:srgbClr val="2A90AE"/>
                </a:solidFill>
                <a:latin typeface="Consolas"/>
                <a:cs typeface="Consolas"/>
              </a:rPr>
              <a:t>bi</a:t>
            </a:r>
            <a:r>
              <a:rPr lang="en-US" sz="1400" spc="20" dirty="0" err="1">
                <a:solidFill>
                  <a:srgbClr val="2A90AE"/>
                </a:solidFill>
                <a:latin typeface="Consolas"/>
                <a:cs typeface="Consolas"/>
              </a:rPr>
              <a:t>l</a:t>
            </a:r>
            <a:r>
              <a:rPr lang="en-US" sz="1400" spc="-30" dirty="0" err="1">
                <a:solidFill>
                  <a:srgbClr val="2A90AE"/>
                </a:solidFill>
                <a:latin typeface="Consolas"/>
                <a:cs typeface="Consolas"/>
              </a:rPr>
              <a:t>i</a:t>
            </a:r>
            <a:r>
              <a:rPr lang="en-US" sz="1400" spc="20" dirty="0" err="1">
                <a:solidFill>
                  <a:srgbClr val="2A90AE"/>
                </a:solidFill>
                <a:latin typeface="Consolas"/>
                <a:cs typeface="Consolas"/>
              </a:rPr>
              <a:t>t</a:t>
            </a:r>
            <a:r>
              <a:rPr lang="en-US" sz="1400" spc="-20" dirty="0" err="1">
                <a:solidFill>
                  <a:srgbClr val="2A90AE"/>
                </a:solidFill>
                <a:latin typeface="Consolas"/>
                <a:cs typeface="Consolas"/>
              </a:rPr>
              <a:t>y</a:t>
            </a:r>
            <a:r>
              <a:rPr lang="en-US" sz="1400" spc="20" dirty="0" err="1">
                <a:latin typeface="Consolas"/>
                <a:cs typeface="Consolas"/>
              </a:rPr>
              <a:t>.</a:t>
            </a:r>
            <a:r>
              <a:rPr lang="en-US" sz="1400" spc="-30" dirty="0" err="1">
                <a:latin typeface="Consolas"/>
                <a:cs typeface="Consolas"/>
              </a:rPr>
              <a:t>C</a:t>
            </a:r>
            <a:r>
              <a:rPr lang="en-US" sz="1400" spc="20" dirty="0" err="1">
                <a:latin typeface="Consolas"/>
                <a:cs typeface="Consolas"/>
              </a:rPr>
              <a:t>o</a:t>
            </a:r>
            <a:r>
              <a:rPr lang="en-US" sz="1400" spc="-30" dirty="0" err="1">
                <a:latin typeface="Consolas"/>
                <a:cs typeface="Consolas"/>
              </a:rPr>
              <a:t>l</a:t>
            </a:r>
            <a:r>
              <a:rPr lang="en-US" sz="1400" spc="20" dirty="0" err="1">
                <a:latin typeface="Consolas"/>
                <a:cs typeface="Consolas"/>
              </a:rPr>
              <a:t>l</a:t>
            </a:r>
            <a:r>
              <a:rPr lang="en-US" sz="1400" spc="-30" dirty="0" err="1">
                <a:latin typeface="Consolas"/>
                <a:cs typeface="Consolas"/>
              </a:rPr>
              <a:t>ap</a:t>
            </a:r>
            <a:r>
              <a:rPr lang="en-US" sz="1400" spc="20" dirty="0" err="1">
                <a:latin typeface="Consolas"/>
                <a:cs typeface="Consolas"/>
              </a:rPr>
              <a:t>s</a:t>
            </a:r>
            <a:r>
              <a:rPr lang="en-US" sz="1400" spc="-30" dirty="0" err="1">
                <a:latin typeface="Consolas"/>
                <a:cs typeface="Consolas"/>
              </a:rPr>
              <a:t>e</a:t>
            </a:r>
            <a:r>
              <a:rPr lang="en-US" sz="1400" spc="20" dirty="0" err="1">
                <a:latin typeface="Consolas"/>
                <a:cs typeface="Consolas"/>
              </a:rPr>
              <a:t>d</a:t>
            </a:r>
            <a:r>
              <a:rPr lang="en-US" sz="1400" dirty="0" smtClean="0">
                <a:latin typeface="Consolas"/>
                <a:cs typeface="Consolas"/>
              </a:rPr>
              <a:t>;</a:t>
            </a:r>
          </a:p>
          <a:p>
            <a:pPr lvl="1">
              <a:lnSpc>
                <a:spcPts val="1175"/>
              </a:lnSpc>
            </a:pPr>
            <a:r>
              <a:rPr lang="en-US" altLang="en-US" sz="1400" dirty="0" smtClean="0">
                <a:latin typeface="Consolas" panose="020B0609020204030204" pitchFamily="49" charset="0"/>
              </a:rPr>
              <a:t>}</a:t>
            </a:r>
            <a:endParaRPr lang="en-US" altLang="en-US" sz="1400" dirty="0">
              <a:latin typeface="Consolas" panose="020B0609020204030204" pitchFamily="49" charset="0"/>
            </a:endParaRPr>
          </a:p>
          <a:p>
            <a:pPr lvl="2">
              <a:lnSpc>
                <a:spcPts val="1175"/>
              </a:lnSpc>
            </a:pPr>
            <a:endParaRPr lang="en-US" altLang="en-US" sz="1400" dirty="0" smtClean="0">
              <a:solidFill>
                <a:srgbClr val="003100"/>
              </a:solidFill>
              <a:latin typeface="Consolas" panose="020B0609020204030204" pitchFamily="49" charset="0"/>
            </a:endParaRPr>
          </a:p>
          <a:p>
            <a:pPr lvl="2">
              <a:lnSpc>
                <a:spcPts val="1175"/>
              </a:lnSpc>
            </a:pPr>
            <a:r>
              <a:rPr lang="en-US" altLang="en-US" sz="1400" dirty="0" smtClean="0">
                <a:solidFill>
                  <a:srgbClr val="003100"/>
                </a:solidFill>
                <a:latin typeface="Consolas" panose="020B0609020204030204" pitchFamily="49" charset="0"/>
              </a:rPr>
              <a:t>//</a:t>
            </a:r>
            <a:r>
              <a:rPr lang="en-US" altLang="en-US" sz="1400" dirty="0" smtClean="0">
                <a:solidFill>
                  <a:srgbClr val="0031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 err="1">
                <a:solidFill>
                  <a:srgbClr val="003100"/>
                </a:solidFill>
                <a:latin typeface="Consolas" panose="020B0609020204030204" pitchFamily="49" charset="0"/>
              </a:rPr>
              <a:t>convertir</a:t>
            </a:r>
            <a:r>
              <a:rPr lang="en-US" altLang="en-US" sz="1400" dirty="0">
                <a:solidFill>
                  <a:srgbClr val="0031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solidFill>
                  <a:srgbClr val="003100"/>
                </a:solidFill>
                <a:latin typeface="Consolas" panose="020B0609020204030204" pitchFamily="49" charset="0"/>
              </a:rPr>
              <a:t>les</a:t>
            </a:r>
            <a:r>
              <a:rPr lang="en-US" altLang="en-US" sz="1400" dirty="0">
                <a:solidFill>
                  <a:srgbClr val="0031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solidFill>
                  <a:srgbClr val="003100"/>
                </a:solidFill>
                <a:latin typeface="Consolas" panose="020B0609020204030204" pitchFamily="49" charset="0"/>
              </a:rPr>
              <a:t>données</a:t>
            </a:r>
            <a:r>
              <a:rPr lang="en-US" altLang="en-US" sz="1400" dirty="0">
                <a:solidFill>
                  <a:srgbClr val="0031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solidFill>
                  <a:srgbClr val="003100"/>
                </a:solidFill>
                <a:latin typeface="Consolas" panose="020B0609020204030204" pitchFamily="49" charset="0"/>
              </a:rPr>
              <a:t>de</a:t>
            </a:r>
            <a:r>
              <a:rPr lang="en-US" altLang="en-US" sz="1400" dirty="0">
                <a:solidFill>
                  <a:srgbClr val="0031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 err="1">
                <a:solidFill>
                  <a:srgbClr val="003100"/>
                </a:solidFill>
                <a:latin typeface="Consolas" panose="020B0609020204030204" pitchFamily="49" charset="0"/>
              </a:rPr>
              <a:t>l’IHM</a:t>
            </a:r>
            <a:r>
              <a:rPr lang="en-US" altLang="en-US" sz="1400" dirty="0">
                <a:solidFill>
                  <a:srgbClr val="0031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 err="1">
                <a:solidFill>
                  <a:srgbClr val="003100"/>
                </a:solidFill>
                <a:latin typeface="Consolas" panose="020B0609020204030204" pitchFamily="49" charset="0"/>
              </a:rPr>
              <a:t>vers</a:t>
            </a:r>
            <a:r>
              <a:rPr lang="en-US" altLang="en-US" sz="1400" dirty="0">
                <a:solidFill>
                  <a:srgbClr val="0031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 err="1">
                <a:solidFill>
                  <a:srgbClr val="003100"/>
                </a:solidFill>
                <a:latin typeface="Consolas" panose="020B0609020204030204" pitchFamily="49" charset="0"/>
              </a:rPr>
              <a:t>l’objet</a:t>
            </a:r>
            <a:r>
              <a:rPr lang="en-US" altLang="en-US" sz="1400" dirty="0">
                <a:solidFill>
                  <a:srgbClr val="0031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dirty="0" smtClean="0">
                <a:solidFill>
                  <a:srgbClr val="003100"/>
                </a:solidFill>
                <a:latin typeface="Consolas" panose="020B0609020204030204" pitchFamily="49" charset="0"/>
              </a:rPr>
              <a:t>métier</a:t>
            </a:r>
          </a:p>
          <a:p>
            <a:pPr lvl="2">
              <a:lnSpc>
                <a:spcPts val="1175"/>
              </a:lnSpc>
            </a:pPr>
            <a:endParaRPr lang="en-US" altLang="en-US" sz="1400" dirty="0">
              <a:latin typeface="Consolas" panose="020B0609020204030204" pitchFamily="49" charset="0"/>
            </a:endParaRPr>
          </a:p>
          <a:p>
            <a:pPr lvl="2">
              <a:lnSpc>
                <a:spcPts val="1150"/>
              </a:lnSpc>
              <a:spcBef>
                <a:spcPts val="125"/>
              </a:spcBef>
            </a:pP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 err="1">
                <a:latin typeface="Consolas" panose="020B0609020204030204" pitchFamily="49" charset="0"/>
              </a:rPr>
              <a:t>ConvertBack</a:t>
            </a:r>
            <a:r>
              <a:rPr lang="en-US" altLang="en-US" sz="1400" dirty="0">
                <a:latin typeface="Consolas" panose="020B0609020204030204" pitchFamily="49" charset="0"/>
              </a:rPr>
              <a:t>(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latin typeface="Consolas" panose="020B0609020204030204" pitchFamily="49" charset="0"/>
              </a:rPr>
              <a:t>value,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solidFill>
                  <a:srgbClr val="2A90AE"/>
                </a:solidFill>
                <a:latin typeface="Consolas" panose="020B0609020204030204" pitchFamily="49" charset="0"/>
              </a:rPr>
              <a:t>Type</a:t>
            </a:r>
            <a:r>
              <a:rPr lang="en-US" altLang="en-US" sz="1400" dirty="0">
                <a:solidFill>
                  <a:srgbClr val="2A90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 err="1">
                <a:latin typeface="Consolas" panose="020B0609020204030204" pitchFamily="49" charset="0"/>
              </a:rPr>
              <a:t>targetType</a:t>
            </a:r>
            <a:r>
              <a:rPr lang="en-US" altLang="en-US" sz="1400" dirty="0">
                <a:latin typeface="Consolas" panose="020B0609020204030204" pitchFamily="49" charset="0"/>
              </a:rPr>
              <a:t>,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>
                <a:latin typeface="Consolas" panose="020B0609020204030204" pitchFamily="49" charset="0"/>
              </a:rPr>
              <a:t>p,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400" dirty="0" err="1">
                <a:solidFill>
                  <a:srgbClr val="2A90AE"/>
                </a:solidFill>
                <a:latin typeface="Consolas" panose="020B0609020204030204" pitchFamily="49" charset="0"/>
              </a:rPr>
              <a:t>CultureInfo</a:t>
            </a:r>
            <a:r>
              <a:rPr lang="en-US" altLang="en-US" sz="1400" dirty="0">
                <a:solidFill>
                  <a:srgbClr val="2A90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latin typeface="Consolas" panose="020B0609020204030204" pitchFamily="49" charset="0"/>
              </a:rPr>
              <a:t>culture)</a:t>
            </a:r>
          </a:p>
          <a:p>
            <a:pPr lvl="2">
              <a:lnSpc>
                <a:spcPts val="1175"/>
              </a:lnSpc>
            </a:pPr>
            <a:endParaRPr lang="en-US" altLang="en-US" sz="1400" dirty="0" smtClean="0">
              <a:latin typeface="Consolas" panose="020B0609020204030204" pitchFamily="49" charset="0"/>
            </a:endParaRPr>
          </a:p>
          <a:p>
            <a:pPr lvl="2">
              <a:lnSpc>
                <a:spcPts val="1175"/>
              </a:lnSpc>
            </a:pPr>
            <a:r>
              <a:rPr lang="en-US" altLang="en-US" sz="1400" dirty="0" smtClean="0">
                <a:latin typeface="Consolas" panose="020B0609020204030204" pitchFamily="49" charset="0"/>
              </a:rPr>
              <a:t>  {</a:t>
            </a:r>
          </a:p>
          <a:p>
            <a:pPr lvl="2">
              <a:lnSpc>
                <a:spcPts val="1175"/>
              </a:lnSpc>
            </a:pPr>
            <a:r>
              <a:rPr lang="en-US" altLang="en-US" sz="1400" dirty="0">
                <a:latin typeface="Consolas" panose="020B0609020204030204" pitchFamily="49" charset="0"/>
              </a:rPr>
              <a:t> </a:t>
            </a:r>
            <a:r>
              <a:rPr lang="en-US" altLang="en-US" sz="1400" dirty="0" smtClean="0">
                <a:latin typeface="Consolas" panose="020B0609020204030204" pitchFamily="49" charset="0"/>
              </a:rPr>
              <a:t> </a:t>
            </a:r>
          </a:p>
          <a:p>
            <a:pPr lvl="2">
              <a:lnSpc>
                <a:spcPts val="1175"/>
              </a:lnSpc>
            </a:pPr>
            <a:r>
              <a:rPr lang="en-US" altLang="en-US" sz="1400" dirty="0">
                <a:latin typeface="Consolas" panose="020B0609020204030204" pitchFamily="49" charset="0"/>
              </a:rPr>
              <a:t> </a:t>
            </a:r>
            <a:r>
              <a:rPr lang="en-US" altLang="en-US" sz="1400" dirty="0" smtClean="0">
                <a:latin typeface="Consolas" panose="020B0609020204030204" pitchFamily="49" charset="0"/>
              </a:rPr>
              <a:t>   </a:t>
            </a:r>
            <a:r>
              <a:rPr lang="en-US" sz="1400" spc="20" dirty="0" smtClean="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lang="en-US" sz="1400" spc="-30" dirty="0" smtClean="0">
                <a:solidFill>
                  <a:srgbClr val="0000FF"/>
                </a:solidFill>
                <a:latin typeface="Consolas"/>
                <a:cs typeface="Consolas"/>
              </a:rPr>
              <a:t>e</a:t>
            </a:r>
            <a:r>
              <a:rPr lang="en-US" sz="1400" spc="20" dirty="0" smtClean="0">
                <a:solidFill>
                  <a:srgbClr val="0000FF"/>
                </a:solidFill>
                <a:latin typeface="Consolas"/>
                <a:cs typeface="Consolas"/>
              </a:rPr>
              <a:t>t</a:t>
            </a:r>
            <a:r>
              <a:rPr lang="en-US" sz="1400" spc="-30" dirty="0" smtClean="0">
                <a:solidFill>
                  <a:srgbClr val="0000FF"/>
                </a:solidFill>
                <a:latin typeface="Consolas"/>
                <a:cs typeface="Consolas"/>
              </a:rPr>
              <a:t>u</a:t>
            </a:r>
            <a:r>
              <a:rPr lang="en-US" sz="1400" spc="20" dirty="0" smtClean="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lang="en-US" sz="1400" dirty="0" smtClean="0">
                <a:solidFill>
                  <a:srgbClr val="0000FF"/>
                </a:solidFill>
                <a:latin typeface="Consolas"/>
                <a:cs typeface="Consolas"/>
              </a:rPr>
              <a:t>n </a:t>
            </a:r>
            <a:r>
              <a:rPr lang="en-US" sz="1400" spc="-30" dirty="0">
                <a:latin typeface="Consolas"/>
                <a:cs typeface="Consolas"/>
              </a:rPr>
              <a:t>v</a:t>
            </a:r>
            <a:r>
              <a:rPr lang="en-US" sz="1400" spc="20" dirty="0">
                <a:latin typeface="Consolas"/>
                <a:cs typeface="Consolas"/>
              </a:rPr>
              <a:t>a</a:t>
            </a:r>
            <a:r>
              <a:rPr lang="en-US" sz="1400" spc="-30" dirty="0">
                <a:latin typeface="Consolas"/>
                <a:cs typeface="Consolas"/>
              </a:rPr>
              <a:t>l</a:t>
            </a:r>
            <a:r>
              <a:rPr lang="en-US" sz="1400" spc="20" dirty="0">
                <a:latin typeface="Consolas"/>
                <a:cs typeface="Consolas"/>
              </a:rPr>
              <a:t>u</a:t>
            </a:r>
            <a:r>
              <a:rPr lang="en-US" sz="1400" dirty="0">
                <a:latin typeface="Consolas"/>
                <a:cs typeface="Consolas"/>
              </a:rPr>
              <a:t>e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spc="20" dirty="0" smtClean="0">
                <a:solidFill>
                  <a:srgbClr val="0000FF"/>
                </a:solidFill>
                <a:latin typeface="Consolas"/>
                <a:cs typeface="Consolas"/>
              </a:rPr>
              <a:t>is </a:t>
            </a:r>
            <a:r>
              <a:rPr lang="en-US" sz="1400" spc="20" dirty="0" smtClean="0">
                <a:solidFill>
                  <a:srgbClr val="2A90AE"/>
                </a:solidFill>
                <a:latin typeface="Consolas"/>
                <a:cs typeface="Consolas"/>
              </a:rPr>
              <a:t>V</a:t>
            </a:r>
            <a:r>
              <a:rPr lang="en-US" sz="1400" spc="-30" dirty="0" smtClean="0">
                <a:solidFill>
                  <a:srgbClr val="2A90AE"/>
                </a:solidFill>
                <a:latin typeface="Consolas"/>
                <a:cs typeface="Consolas"/>
              </a:rPr>
              <a:t>i</a:t>
            </a:r>
            <a:r>
              <a:rPr lang="en-US" sz="1400" spc="20" dirty="0" smtClean="0">
                <a:solidFill>
                  <a:srgbClr val="2A90AE"/>
                </a:solidFill>
                <a:latin typeface="Consolas"/>
                <a:cs typeface="Consolas"/>
              </a:rPr>
              <a:t>s</a:t>
            </a:r>
            <a:r>
              <a:rPr lang="en-US" sz="1400" spc="-30" dirty="0" smtClean="0">
                <a:solidFill>
                  <a:srgbClr val="2A90AE"/>
                </a:solidFill>
                <a:latin typeface="Consolas"/>
                <a:cs typeface="Consolas"/>
              </a:rPr>
              <a:t>i</a:t>
            </a:r>
            <a:r>
              <a:rPr lang="en-US" sz="1400" spc="20" dirty="0" smtClean="0">
                <a:solidFill>
                  <a:srgbClr val="2A90AE"/>
                </a:solidFill>
                <a:latin typeface="Consolas"/>
                <a:cs typeface="Consolas"/>
              </a:rPr>
              <a:t>b</a:t>
            </a:r>
            <a:r>
              <a:rPr lang="en-US" sz="1400" spc="-30" dirty="0" smtClean="0">
                <a:solidFill>
                  <a:srgbClr val="2A90AE"/>
                </a:solidFill>
                <a:latin typeface="Consolas"/>
                <a:cs typeface="Consolas"/>
              </a:rPr>
              <a:t>i</a:t>
            </a:r>
            <a:r>
              <a:rPr lang="en-US" sz="1400" spc="20" dirty="0" smtClean="0">
                <a:solidFill>
                  <a:srgbClr val="2A90AE"/>
                </a:solidFill>
                <a:latin typeface="Consolas"/>
                <a:cs typeface="Consolas"/>
              </a:rPr>
              <a:t>l</a:t>
            </a:r>
            <a:r>
              <a:rPr lang="en-US" sz="1400" spc="-30" dirty="0" smtClean="0">
                <a:solidFill>
                  <a:srgbClr val="2A90AE"/>
                </a:solidFill>
                <a:latin typeface="Consolas"/>
                <a:cs typeface="Consolas"/>
              </a:rPr>
              <a:t>it</a:t>
            </a:r>
            <a:r>
              <a:rPr lang="en-US" sz="1400" dirty="0" smtClean="0">
                <a:solidFill>
                  <a:srgbClr val="2A90AE"/>
                </a:solidFill>
                <a:latin typeface="Consolas"/>
                <a:cs typeface="Consolas"/>
              </a:rPr>
              <a:t>y</a:t>
            </a:r>
            <a:r>
              <a:rPr lang="en-US" sz="1400" spc="-30" dirty="0">
                <a:latin typeface="Consolas"/>
                <a:cs typeface="Consolas"/>
              </a:rPr>
              <a:t>&amp;</a:t>
            </a:r>
            <a:r>
              <a:rPr lang="en-US" sz="1400" dirty="0">
                <a:latin typeface="Consolas"/>
                <a:cs typeface="Consolas"/>
              </a:rPr>
              <a:t>&amp;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spc="50" dirty="0">
                <a:latin typeface="Times New Roman"/>
                <a:cs typeface="Times New Roman"/>
              </a:rPr>
              <a:t> </a:t>
            </a:r>
            <a:r>
              <a:rPr lang="en-US" sz="1400" spc="-30" dirty="0">
                <a:latin typeface="Consolas"/>
                <a:cs typeface="Consolas"/>
              </a:rPr>
              <a:t>(</a:t>
            </a:r>
            <a:r>
              <a:rPr lang="en-US" sz="1400" spc="20" dirty="0">
                <a:solidFill>
                  <a:srgbClr val="2A90AE"/>
                </a:solidFill>
                <a:latin typeface="Consolas"/>
                <a:cs typeface="Consolas"/>
              </a:rPr>
              <a:t>V</a:t>
            </a:r>
            <a:r>
              <a:rPr lang="en-US" sz="1400" spc="-30" dirty="0">
                <a:solidFill>
                  <a:srgbClr val="2A90AE"/>
                </a:solidFill>
                <a:latin typeface="Consolas"/>
                <a:cs typeface="Consolas"/>
              </a:rPr>
              <a:t>is</a:t>
            </a:r>
            <a:r>
              <a:rPr lang="en-US" sz="1400" spc="20" dirty="0">
                <a:solidFill>
                  <a:srgbClr val="2A90AE"/>
                </a:solidFill>
                <a:latin typeface="Consolas"/>
                <a:cs typeface="Consolas"/>
              </a:rPr>
              <a:t>i</a:t>
            </a:r>
            <a:r>
              <a:rPr lang="en-US" sz="1400" spc="-30" dirty="0">
                <a:solidFill>
                  <a:srgbClr val="2A90AE"/>
                </a:solidFill>
                <a:latin typeface="Consolas"/>
                <a:cs typeface="Consolas"/>
              </a:rPr>
              <a:t>b</a:t>
            </a:r>
            <a:r>
              <a:rPr lang="en-US" sz="1400" spc="20" dirty="0">
                <a:solidFill>
                  <a:srgbClr val="2A90AE"/>
                </a:solidFill>
                <a:latin typeface="Consolas"/>
                <a:cs typeface="Consolas"/>
              </a:rPr>
              <a:t>i</a:t>
            </a:r>
            <a:r>
              <a:rPr lang="en-US" sz="1400" spc="-30" dirty="0">
                <a:solidFill>
                  <a:srgbClr val="2A90AE"/>
                </a:solidFill>
                <a:latin typeface="Consolas"/>
                <a:cs typeface="Consolas"/>
              </a:rPr>
              <a:t>l</a:t>
            </a:r>
            <a:r>
              <a:rPr lang="en-US" sz="1400" spc="20" dirty="0">
                <a:solidFill>
                  <a:srgbClr val="2A90AE"/>
                </a:solidFill>
                <a:latin typeface="Consolas"/>
                <a:cs typeface="Consolas"/>
              </a:rPr>
              <a:t>i</a:t>
            </a:r>
            <a:r>
              <a:rPr lang="en-US" sz="1400" spc="-30" dirty="0">
                <a:solidFill>
                  <a:srgbClr val="2A90AE"/>
                </a:solidFill>
                <a:latin typeface="Consolas"/>
                <a:cs typeface="Consolas"/>
              </a:rPr>
              <a:t>t</a:t>
            </a:r>
            <a:r>
              <a:rPr lang="en-US" sz="1400" spc="30" dirty="0">
                <a:solidFill>
                  <a:srgbClr val="2A90AE"/>
                </a:solidFill>
                <a:latin typeface="Consolas"/>
                <a:cs typeface="Consolas"/>
              </a:rPr>
              <a:t>y</a:t>
            </a:r>
            <a:r>
              <a:rPr lang="en-US" sz="1400" spc="-30" dirty="0">
                <a:latin typeface="Consolas"/>
                <a:cs typeface="Consolas"/>
              </a:rPr>
              <a:t>)</a:t>
            </a:r>
            <a:r>
              <a:rPr lang="en-US" sz="1400" spc="20" dirty="0">
                <a:latin typeface="Consolas"/>
                <a:cs typeface="Consolas"/>
              </a:rPr>
              <a:t>v</a:t>
            </a:r>
            <a:r>
              <a:rPr lang="en-US" sz="1400" spc="-30" dirty="0">
                <a:latin typeface="Consolas"/>
                <a:cs typeface="Consolas"/>
              </a:rPr>
              <a:t>al</a:t>
            </a:r>
            <a:r>
              <a:rPr lang="en-US" sz="1400" spc="20" dirty="0">
                <a:latin typeface="Consolas"/>
                <a:cs typeface="Consolas"/>
              </a:rPr>
              <a:t>u</a:t>
            </a:r>
            <a:r>
              <a:rPr lang="en-US" sz="1400" dirty="0">
                <a:latin typeface="Consolas"/>
                <a:cs typeface="Consolas"/>
              </a:rPr>
              <a:t>e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spc="5" dirty="0">
                <a:latin typeface="Times New Roman"/>
                <a:cs typeface="Times New Roman"/>
              </a:rPr>
              <a:t> </a:t>
            </a:r>
            <a:r>
              <a:rPr lang="en-US" sz="1400" spc="-30" dirty="0">
                <a:latin typeface="Consolas"/>
                <a:cs typeface="Consolas"/>
              </a:rPr>
              <a:t>=</a:t>
            </a:r>
            <a:r>
              <a:rPr lang="en-US" sz="1400" dirty="0">
                <a:latin typeface="Consolas"/>
                <a:cs typeface="Consolas"/>
              </a:rPr>
              <a:t>=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r>
              <a:rPr lang="en-US" sz="1400" spc="45" dirty="0">
                <a:latin typeface="Times New Roman"/>
                <a:cs typeface="Times New Roman"/>
              </a:rPr>
              <a:t> </a:t>
            </a:r>
            <a:r>
              <a:rPr lang="en-US" sz="1400" spc="-30" dirty="0" err="1">
                <a:solidFill>
                  <a:srgbClr val="2A90AE"/>
                </a:solidFill>
                <a:latin typeface="Consolas"/>
                <a:cs typeface="Consolas"/>
              </a:rPr>
              <a:t>V</a:t>
            </a:r>
            <a:r>
              <a:rPr lang="en-US" sz="1400" spc="20" dirty="0" err="1">
                <a:solidFill>
                  <a:srgbClr val="2A90AE"/>
                </a:solidFill>
                <a:latin typeface="Consolas"/>
                <a:cs typeface="Consolas"/>
              </a:rPr>
              <a:t>i</a:t>
            </a:r>
            <a:r>
              <a:rPr lang="en-US" sz="1400" spc="-30" dirty="0" err="1">
                <a:solidFill>
                  <a:srgbClr val="2A90AE"/>
                </a:solidFill>
                <a:latin typeface="Consolas"/>
                <a:cs typeface="Consolas"/>
              </a:rPr>
              <a:t>s</a:t>
            </a:r>
            <a:r>
              <a:rPr lang="en-US" sz="1400" spc="20" dirty="0" err="1">
                <a:solidFill>
                  <a:srgbClr val="2A90AE"/>
                </a:solidFill>
                <a:latin typeface="Consolas"/>
                <a:cs typeface="Consolas"/>
              </a:rPr>
              <a:t>i</a:t>
            </a:r>
            <a:r>
              <a:rPr lang="en-US" sz="1400" spc="-30" dirty="0" err="1">
                <a:solidFill>
                  <a:srgbClr val="2A90AE"/>
                </a:solidFill>
                <a:latin typeface="Consolas"/>
                <a:cs typeface="Consolas"/>
              </a:rPr>
              <a:t>b</a:t>
            </a:r>
            <a:r>
              <a:rPr lang="en-US" sz="1400" spc="20" dirty="0" err="1">
                <a:solidFill>
                  <a:srgbClr val="2A90AE"/>
                </a:solidFill>
                <a:latin typeface="Consolas"/>
                <a:cs typeface="Consolas"/>
              </a:rPr>
              <a:t>i</a:t>
            </a:r>
            <a:r>
              <a:rPr lang="en-US" sz="1400" spc="-30" dirty="0" err="1">
                <a:solidFill>
                  <a:srgbClr val="2A90AE"/>
                </a:solidFill>
                <a:latin typeface="Consolas"/>
                <a:cs typeface="Consolas"/>
              </a:rPr>
              <a:t>l</a:t>
            </a:r>
            <a:r>
              <a:rPr lang="en-US" sz="1400" spc="20" dirty="0" err="1">
                <a:solidFill>
                  <a:srgbClr val="2A90AE"/>
                </a:solidFill>
                <a:latin typeface="Consolas"/>
                <a:cs typeface="Consolas"/>
              </a:rPr>
              <a:t>i</a:t>
            </a:r>
            <a:r>
              <a:rPr lang="en-US" sz="1400" spc="-30" dirty="0" err="1">
                <a:solidFill>
                  <a:srgbClr val="2A90AE"/>
                </a:solidFill>
                <a:latin typeface="Consolas"/>
                <a:cs typeface="Consolas"/>
              </a:rPr>
              <a:t>t</a:t>
            </a:r>
            <a:r>
              <a:rPr lang="en-US" sz="1400" spc="30" dirty="0" err="1">
                <a:solidFill>
                  <a:srgbClr val="2A90AE"/>
                </a:solidFill>
                <a:latin typeface="Consolas"/>
                <a:cs typeface="Consolas"/>
              </a:rPr>
              <a:t>y</a:t>
            </a:r>
            <a:r>
              <a:rPr lang="en-US" sz="1400" spc="-30" dirty="0" err="1">
                <a:latin typeface="Consolas"/>
                <a:cs typeface="Consolas"/>
              </a:rPr>
              <a:t>.V</a:t>
            </a:r>
            <a:r>
              <a:rPr lang="en-US" sz="1400" spc="20" dirty="0" err="1">
                <a:latin typeface="Consolas"/>
                <a:cs typeface="Consolas"/>
              </a:rPr>
              <a:t>i</a:t>
            </a:r>
            <a:r>
              <a:rPr lang="en-US" sz="1400" spc="-30" dirty="0" err="1">
                <a:latin typeface="Consolas"/>
                <a:cs typeface="Consolas"/>
              </a:rPr>
              <a:t>s</a:t>
            </a:r>
            <a:r>
              <a:rPr lang="en-US" sz="1400" spc="20" dirty="0" err="1">
                <a:latin typeface="Consolas"/>
                <a:cs typeface="Consolas"/>
              </a:rPr>
              <a:t>i</a:t>
            </a:r>
            <a:r>
              <a:rPr lang="en-US" sz="1400" spc="-30" dirty="0" err="1">
                <a:latin typeface="Consolas"/>
                <a:cs typeface="Consolas"/>
              </a:rPr>
              <a:t>b</a:t>
            </a:r>
            <a:r>
              <a:rPr lang="en-US" sz="1400" spc="20" dirty="0" err="1">
                <a:latin typeface="Consolas"/>
                <a:cs typeface="Consolas"/>
              </a:rPr>
              <a:t>l</a:t>
            </a:r>
            <a:r>
              <a:rPr lang="en-US" sz="1400" spc="-30" dirty="0" err="1">
                <a:latin typeface="Consolas"/>
                <a:cs typeface="Consolas"/>
              </a:rPr>
              <a:t>e</a:t>
            </a:r>
            <a:r>
              <a:rPr lang="en-US" sz="1400" dirty="0">
                <a:latin typeface="Consolas"/>
                <a:cs typeface="Consolas"/>
              </a:rPr>
              <a:t>;</a:t>
            </a:r>
          </a:p>
          <a:p>
            <a:pPr lvl="2">
              <a:lnSpc>
                <a:spcPts val="1175"/>
              </a:lnSpc>
            </a:pPr>
            <a:endParaRPr lang="en-US" sz="1400" dirty="0">
              <a:latin typeface="Consolas"/>
              <a:cs typeface="Consolas"/>
            </a:endParaRPr>
          </a:p>
          <a:p>
            <a:pPr lvl="2">
              <a:lnSpc>
                <a:spcPts val="1175"/>
              </a:lnSpc>
            </a:pPr>
            <a:r>
              <a:rPr lang="en-US" altLang="en-US" sz="1400" dirty="0" smtClean="0">
                <a:latin typeface="Consolas" panose="020B0609020204030204" pitchFamily="49" charset="0"/>
              </a:rPr>
              <a:t>  }</a:t>
            </a:r>
          </a:p>
          <a:p>
            <a:pPr lvl="1">
              <a:lnSpc>
                <a:spcPts val="1175"/>
              </a:lnSpc>
            </a:pPr>
            <a:endParaRPr lang="en-US" altLang="en-US" sz="1400" dirty="0" smtClean="0">
              <a:latin typeface="Consolas" panose="020B0609020204030204" pitchFamily="49" charset="0"/>
            </a:endParaRPr>
          </a:p>
          <a:p>
            <a:pPr marL="0" lvl="1">
              <a:lnSpc>
                <a:spcPts val="1175"/>
              </a:lnSpc>
            </a:pPr>
            <a:r>
              <a:rPr lang="en-US" altLang="en-US" sz="1400" dirty="0" smtClean="0">
                <a:latin typeface="Consolas" panose="020B0609020204030204" pitchFamily="49" charset="0"/>
              </a:rPr>
              <a:t>}</a:t>
            </a:r>
            <a:endParaRPr lang="en-US" altLang="en-US" sz="1400" dirty="0"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7322" y="5758934"/>
            <a:ext cx="5705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6385" indent="-243840">
              <a:buClr>
                <a:srgbClr val="006498"/>
              </a:buClr>
              <a:buSzPct val="60606"/>
              <a:buFont typeface="Wingdings"/>
              <a:buChar char=""/>
              <a:tabLst>
                <a:tab pos="287020" algn="l"/>
              </a:tabLst>
              <a:defRPr/>
            </a:pPr>
            <a:r>
              <a:rPr lang="fr-FR" spc="-15" dirty="0">
                <a:latin typeface="Segoe UI Symbol"/>
                <a:cs typeface="Segoe UI Symbol"/>
              </a:rPr>
              <a:t>I</a:t>
            </a:r>
            <a:r>
              <a:rPr lang="fr-FR" dirty="0">
                <a:latin typeface="Segoe UI Symbol"/>
                <a:cs typeface="Segoe UI Symbol"/>
              </a:rPr>
              <a:t>l</a:t>
            </a:r>
            <a:r>
              <a:rPr lang="fr-FR" spc="40" dirty="0">
                <a:latin typeface="Times New Roman"/>
                <a:cs typeface="Times New Roman"/>
              </a:rPr>
              <a:t> </a:t>
            </a:r>
            <a:r>
              <a:rPr lang="fr-FR" spc="-10" dirty="0">
                <a:latin typeface="Segoe UI Symbol"/>
                <a:cs typeface="Segoe UI Symbol"/>
              </a:rPr>
              <a:t>e</a:t>
            </a:r>
            <a:r>
              <a:rPr lang="fr-FR" spc="10" dirty="0">
                <a:latin typeface="Segoe UI Symbol"/>
                <a:cs typeface="Segoe UI Symbol"/>
              </a:rPr>
              <a:t>s</a:t>
            </a:r>
            <a:r>
              <a:rPr lang="fr-FR" spc="5" dirty="0">
                <a:latin typeface="Segoe UI Symbol"/>
                <a:cs typeface="Segoe UI Symbol"/>
              </a:rPr>
              <a:t>t</a:t>
            </a:r>
            <a:r>
              <a:rPr lang="fr-FR" spc="75" dirty="0">
                <a:latin typeface="Times New Roman"/>
                <a:cs typeface="Times New Roman"/>
              </a:rPr>
              <a:t> </a:t>
            </a:r>
            <a:r>
              <a:rPr lang="fr-FR" spc="10" dirty="0">
                <a:latin typeface="Segoe UI Symbol"/>
                <a:cs typeface="Segoe UI Symbol"/>
              </a:rPr>
              <a:t>s</a:t>
            </a:r>
            <a:r>
              <a:rPr lang="fr-FR" spc="25" dirty="0">
                <a:latin typeface="Segoe UI Symbol"/>
                <a:cs typeface="Segoe UI Symbol"/>
              </a:rPr>
              <a:t>o</a:t>
            </a:r>
            <a:r>
              <a:rPr lang="fr-FR" spc="10" dirty="0">
                <a:latin typeface="Segoe UI Symbol"/>
                <a:cs typeface="Segoe UI Symbol"/>
              </a:rPr>
              <a:t>u</a:t>
            </a:r>
            <a:r>
              <a:rPr lang="fr-FR" spc="15" dirty="0">
                <a:latin typeface="Segoe UI Symbol"/>
                <a:cs typeface="Segoe UI Symbol"/>
              </a:rPr>
              <a:t>v</a:t>
            </a:r>
            <a:r>
              <a:rPr lang="fr-FR" spc="-10" dirty="0">
                <a:latin typeface="Segoe UI Symbol"/>
                <a:cs typeface="Segoe UI Symbol"/>
              </a:rPr>
              <a:t>e</a:t>
            </a:r>
            <a:r>
              <a:rPr lang="fr-FR" spc="10" dirty="0">
                <a:latin typeface="Segoe UI Symbol"/>
                <a:cs typeface="Segoe UI Symbol"/>
              </a:rPr>
              <a:t>n</a:t>
            </a:r>
            <a:r>
              <a:rPr lang="fr-FR" spc="5" dirty="0">
                <a:latin typeface="Segoe UI Symbol"/>
                <a:cs typeface="Segoe UI Symbol"/>
              </a:rPr>
              <a:t>t</a:t>
            </a:r>
            <a:r>
              <a:rPr lang="fr-FR" spc="90" dirty="0">
                <a:latin typeface="Times New Roman"/>
                <a:cs typeface="Times New Roman"/>
              </a:rPr>
              <a:t> </a:t>
            </a:r>
            <a:r>
              <a:rPr lang="fr-FR" spc="-25" dirty="0">
                <a:latin typeface="Segoe UI Symbol"/>
                <a:cs typeface="Segoe UI Symbol"/>
              </a:rPr>
              <a:t>i</a:t>
            </a:r>
            <a:r>
              <a:rPr lang="fr-FR" spc="10" dirty="0">
                <a:latin typeface="Segoe UI Symbol"/>
                <a:cs typeface="Segoe UI Symbol"/>
              </a:rPr>
              <a:t>nu</a:t>
            </a:r>
            <a:r>
              <a:rPr lang="fr-FR" spc="55" dirty="0">
                <a:latin typeface="Segoe UI Symbol"/>
                <a:cs typeface="Segoe UI Symbol"/>
              </a:rPr>
              <a:t>t</a:t>
            </a:r>
            <a:r>
              <a:rPr lang="fr-FR" spc="-25" dirty="0">
                <a:latin typeface="Segoe UI Symbol"/>
                <a:cs typeface="Segoe UI Symbol"/>
              </a:rPr>
              <a:t>i</a:t>
            </a:r>
            <a:r>
              <a:rPr lang="fr-FR" spc="20" dirty="0">
                <a:latin typeface="Segoe UI Symbol"/>
                <a:cs typeface="Segoe UI Symbol"/>
              </a:rPr>
              <a:t>l</a:t>
            </a:r>
            <a:r>
              <a:rPr lang="fr-FR" spc="5" dirty="0">
                <a:latin typeface="Segoe UI Symbol"/>
                <a:cs typeface="Segoe UI Symbol"/>
              </a:rPr>
              <a:t>e</a:t>
            </a:r>
            <a:r>
              <a:rPr lang="fr-FR" spc="110" dirty="0">
                <a:latin typeface="Times New Roman"/>
                <a:cs typeface="Times New Roman"/>
              </a:rPr>
              <a:t> </a:t>
            </a:r>
            <a:r>
              <a:rPr lang="fr-FR" spc="25" dirty="0">
                <a:latin typeface="Segoe UI Symbol"/>
                <a:cs typeface="Segoe UI Symbol"/>
              </a:rPr>
              <a:t>d</a:t>
            </a:r>
            <a:r>
              <a:rPr lang="fr-FR" spc="-5" dirty="0">
                <a:latin typeface="Segoe UI Symbol"/>
                <a:cs typeface="Segoe UI Symbol"/>
              </a:rPr>
              <a:t>’</a:t>
            </a:r>
            <a:r>
              <a:rPr lang="fr-FR" spc="-25" dirty="0">
                <a:latin typeface="Segoe UI Symbol"/>
                <a:cs typeface="Segoe UI Symbol"/>
              </a:rPr>
              <a:t>i</a:t>
            </a:r>
            <a:r>
              <a:rPr lang="fr-FR" dirty="0">
                <a:latin typeface="Segoe UI Symbol"/>
                <a:cs typeface="Segoe UI Symbol"/>
              </a:rPr>
              <a:t>m</a:t>
            </a:r>
            <a:r>
              <a:rPr lang="fr-FR" spc="70" dirty="0">
                <a:latin typeface="Segoe UI Symbol"/>
                <a:cs typeface="Segoe UI Symbol"/>
              </a:rPr>
              <a:t>p</a:t>
            </a:r>
            <a:r>
              <a:rPr lang="fr-FR" spc="-25" dirty="0">
                <a:latin typeface="Segoe UI Symbol"/>
                <a:cs typeface="Segoe UI Symbol"/>
              </a:rPr>
              <a:t>l</a:t>
            </a:r>
            <a:r>
              <a:rPr lang="fr-FR" spc="35" dirty="0">
                <a:latin typeface="Segoe UI Symbol"/>
                <a:cs typeface="Segoe UI Symbol"/>
              </a:rPr>
              <a:t>é</a:t>
            </a:r>
            <a:r>
              <a:rPr lang="fr-FR" dirty="0">
                <a:latin typeface="Segoe UI Symbol"/>
                <a:cs typeface="Segoe UI Symbol"/>
              </a:rPr>
              <a:t>m</a:t>
            </a:r>
            <a:r>
              <a:rPr lang="fr-FR" spc="-10" dirty="0">
                <a:latin typeface="Segoe UI Symbol"/>
                <a:cs typeface="Segoe UI Symbol"/>
              </a:rPr>
              <a:t>e</a:t>
            </a:r>
            <a:r>
              <a:rPr lang="fr-FR" spc="10" dirty="0">
                <a:latin typeface="Segoe UI Symbol"/>
                <a:cs typeface="Segoe UI Symbol"/>
              </a:rPr>
              <a:t>n</a:t>
            </a:r>
            <a:r>
              <a:rPr lang="fr-FR" spc="55" dirty="0">
                <a:latin typeface="Segoe UI Symbol"/>
                <a:cs typeface="Segoe UI Symbol"/>
              </a:rPr>
              <a:t>t</a:t>
            </a:r>
            <a:r>
              <a:rPr lang="fr-FR" spc="-10" dirty="0">
                <a:latin typeface="Segoe UI Symbol"/>
                <a:cs typeface="Segoe UI Symbol"/>
              </a:rPr>
              <a:t>e</a:t>
            </a:r>
            <a:r>
              <a:rPr lang="fr-FR" spc="5" dirty="0">
                <a:latin typeface="Segoe UI Symbol"/>
                <a:cs typeface="Segoe UI Symbol"/>
              </a:rPr>
              <a:t>r</a:t>
            </a:r>
            <a:r>
              <a:rPr lang="fr-FR" spc="120" dirty="0">
                <a:latin typeface="Times New Roman"/>
                <a:cs typeface="Times New Roman"/>
              </a:rPr>
              <a:t> </a:t>
            </a:r>
            <a:r>
              <a:rPr lang="fr-FR" spc="-25" dirty="0">
                <a:latin typeface="Segoe UI Symbol"/>
                <a:cs typeface="Segoe UI Symbol"/>
              </a:rPr>
              <a:t>l</a:t>
            </a:r>
            <a:r>
              <a:rPr lang="fr-FR" spc="5" dirty="0">
                <a:latin typeface="Segoe UI Symbol"/>
                <a:cs typeface="Segoe UI Symbol"/>
              </a:rPr>
              <a:t>e</a:t>
            </a:r>
            <a:r>
              <a:rPr lang="fr-FR" spc="55" dirty="0">
                <a:latin typeface="Times New Roman"/>
                <a:cs typeface="Times New Roman"/>
              </a:rPr>
              <a:t> </a:t>
            </a:r>
            <a:r>
              <a:rPr lang="fr-FR" spc="25" dirty="0" err="1">
                <a:latin typeface="Segoe UI Symbol"/>
                <a:cs typeface="Segoe UI Symbol"/>
              </a:rPr>
              <a:t>Co</a:t>
            </a:r>
            <a:r>
              <a:rPr lang="fr-FR" spc="10" dirty="0" err="1">
                <a:latin typeface="Segoe UI Symbol"/>
                <a:cs typeface="Segoe UI Symbol"/>
              </a:rPr>
              <a:t>n</a:t>
            </a:r>
            <a:r>
              <a:rPr lang="fr-FR" spc="15" dirty="0" err="1">
                <a:latin typeface="Segoe UI Symbol"/>
                <a:cs typeface="Segoe UI Symbol"/>
              </a:rPr>
              <a:t>v</a:t>
            </a:r>
            <a:r>
              <a:rPr lang="fr-FR" spc="-10" dirty="0" err="1">
                <a:latin typeface="Segoe UI Symbol"/>
                <a:cs typeface="Segoe UI Symbol"/>
              </a:rPr>
              <a:t>e</a:t>
            </a:r>
            <a:r>
              <a:rPr lang="fr-FR" spc="-5" dirty="0" err="1">
                <a:latin typeface="Segoe UI Symbol"/>
                <a:cs typeface="Segoe UI Symbol"/>
              </a:rPr>
              <a:t>r</a:t>
            </a:r>
            <a:r>
              <a:rPr lang="fr-FR" spc="55" dirty="0" err="1">
                <a:latin typeface="Segoe UI Symbol"/>
                <a:cs typeface="Segoe UI Symbol"/>
              </a:rPr>
              <a:t>t</a:t>
            </a:r>
            <a:r>
              <a:rPr lang="fr-FR" dirty="0" err="1">
                <a:latin typeface="Segoe UI Symbol"/>
                <a:cs typeface="Segoe UI Symbol"/>
              </a:rPr>
              <a:t>B</a:t>
            </a:r>
            <a:r>
              <a:rPr lang="fr-FR" spc="10" dirty="0" err="1">
                <a:latin typeface="Segoe UI Symbol"/>
                <a:cs typeface="Segoe UI Symbol"/>
              </a:rPr>
              <a:t>a</a:t>
            </a:r>
            <a:r>
              <a:rPr lang="fr-FR" spc="40" dirty="0" err="1">
                <a:latin typeface="Segoe UI Symbol"/>
                <a:cs typeface="Segoe UI Symbol"/>
              </a:rPr>
              <a:t>c</a:t>
            </a:r>
            <a:r>
              <a:rPr lang="fr-FR" spc="5" dirty="0" err="1">
                <a:latin typeface="Segoe UI Symbol"/>
                <a:cs typeface="Segoe UI Symbol"/>
              </a:rPr>
              <a:t>k</a:t>
            </a:r>
            <a:endParaRPr lang="fr-FR" dirty="0">
              <a:latin typeface="Segoe UI Symbol"/>
              <a:cs typeface="Segoe UI Symbol"/>
            </a:endParaRPr>
          </a:p>
        </p:txBody>
      </p:sp>
    </p:spTree>
    <p:extLst>
      <p:ext uri="{BB962C8B-B14F-4D97-AF65-F5344CB8AC3E}">
        <p14:creationId xmlns:p14="http://schemas.microsoft.com/office/powerpoint/2010/main" val="366396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933748" y="2991713"/>
            <a:ext cx="10311452" cy="23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3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 de démonstration </a:t>
            </a:r>
            <a:endParaRPr lang="en-US" altLang="en-US" sz="32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object 18">
            <a:hlinkClick r:id="rId3"/>
          </p:cNvPr>
          <p:cNvSpPr txBox="1">
            <a:spLocks noChangeArrowheads="1"/>
          </p:cNvSpPr>
          <p:nvPr/>
        </p:nvSpPr>
        <p:spPr bwMode="auto">
          <a:xfrm>
            <a:off x="933748" y="3371029"/>
            <a:ext cx="10311452" cy="196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Projet: Projet: </a:t>
            </a:r>
            <a:r>
              <a:rPr lang="fr-FR" altLang="en-US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BindingDemo</a:t>
            </a:r>
            <a:endParaRPr lang="en-US" altLang="en-US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195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245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Calibri</vt:lpstr>
      <vt:lpstr>Calibri Light</vt:lpstr>
      <vt:lpstr>Cascadia Mono</vt:lpstr>
      <vt:lpstr>Comic Sans MS</vt:lpstr>
      <vt:lpstr>Consolas</vt:lpstr>
      <vt:lpstr>Segoe UI</vt:lpstr>
      <vt:lpstr>Segoe UI 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Présentation Foundation </dc:title>
  <dc:creator>Windows User</dc:creator>
  <cp:lastModifiedBy>DELL</cp:lastModifiedBy>
  <cp:revision>20</cp:revision>
  <dcterms:created xsi:type="dcterms:W3CDTF">2022-10-07T06:50:07Z</dcterms:created>
  <dcterms:modified xsi:type="dcterms:W3CDTF">2025-07-15T20:40:18Z</dcterms:modified>
</cp:coreProperties>
</file>