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9" r:id="rId3"/>
    <p:sldId id="256" r:id="rId4"/>
    <p:sldId id="276" r:id="rId5"/>
    <p:sldId id="270" r:id="rId6"/>
    <p:sldId id="268" r:id="rId7"/>
    <p:sldId id="271" r:id="rId8"/>
    <p:sldId id="272" r:id="rId9"/>
    <p:sldId id="273" r:id="rId10"/>
    <p:sldId id="274" r:id="rId11"/>
    <p:sldId id="283" r:id="rId12"/>
    <p:sldId id="282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61" autoAdjust="0"/>
  </p:normalViewPr>
  <p:slideViewPr>
    <p:cSldViewPr snapToGrid="0">
      <p:cViewPr varScale="1">
        <p:scale>
          <a:sx n="101" d="100"/>
          <a:sy n="101" d="100"/>
        </p:scale>
        <p:origin x="8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CF081-8790-4A80-9C37-E5117570BB4E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9511D-55B6-47A0-A300-F7570D0967C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94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9627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dotnet</a:t>
            </a:r>
            <a:r>
              <a:rPr lang="fr-FR" dirty="0" smtClean="0"/>
              <a:t> </a:t>
            </a:r>
            <a:r>
              <a:rPr lang="fr-FR" dirty="0" err="1" smtClean="0"/>
              <a:t>add</a:t>
            </a:r>
            <a:r>
              <a:rPr lang="fr-FR" dirty="0" smtClean="0"/>
              <a:t> package </a:t>
            </a:r>
            <a:r>
              <a:rPr lang="fr-FR" dirty="0" err="1" smtClean="0"/>
              <a:t>CommunityToolkit.Maui</a:t>
            </a:r>
            <a:r>
              <a:rPr lang="fr-FR" dirty="0" smtClean="0"/>
              <a:t>  --version 5.2.0</a:t>
            </a:r>
          </a:p>
          <a:p>
            <a:r>
              <a:rPr lang="fr-FR" dirty="0" err="1" smtClean="0"/>
              <a:t>dotnet</a:t>
            </a:r>
            <a:r>
              <a:rPr lang="fr-FR" dirty="0" smtClean="0"/>
              <a:t> </a:t>
            </a:r>
            <a:r>
              <a:rPr lang="fr-FR" dirty="0" err="1" smtClean="0"/>
              <a:t>add</a:t>
            </a:r>
            <a:r>
              <a:rPr lang="fr-FR" dirty="0" smtClean="0"/>
              <a:t> package </a:t>
            </a:r>
            <a:r>
              <a:rPr lang="fr-FR" dirty="0" err="1" smtClean="0"/>
              <a:t>CommunityToolkit.Mvvm</a:t>
            </a:r>
            <a:r>
              <a:rPr lang="fr-FR" dirty="0" smtClean="0"/>
              <a:t>  --version 8.2.0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116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61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88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493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59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177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731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243334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</a:t>
            </a:r>
            <a:r>
              <a:rPr lang="fr-FR" sz="1400" dirty="0" smtClean="0"/>
              <a:t>2024-2025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133019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Calculator-MAUI/blob/master/MauitToolkit/SnackBarAndToast.md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-Weather-Demo" TargetMode="External"/><Relationship Id="rId2" Type="http://schemas.openxmlformats.org/officeDocument/2006/relationships/hyperlink" Target="https://github.com/bejaouibechir/MAUI/blob/main/MauiToolkitViewModel.m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Le MAUI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Toolkoit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93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/>
          <p:cNvSpPr txBox="1">
            <a:spLocks/>
          </p:cNvSpPr>
          <p:nvPr/>
        </p:nvSpPr>
        <p:spPr>
          <a:xfrm>
            <a:off x="447336" y="1282559"/>
            <a:ext cx="8276040" cy="3114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Découvrir le .Net MAUI Toolkit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 smtClean="0">
              <a:latin typeface="Candara" panose="020E0502030303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940730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1"/>
          <p:cNvSpPr txBox="1"/>
          <p:nvPr/>
        </p:nvSpPr>
        <p:spPr>
          <a:xfrm>
            <a:off x="228600" y="447859"/>
            <a:ext cx="204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Objectifs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47720" y="339794"/>
            <a:ext cx="8676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Toolkit </a:t>
            </a:r>
            <a:endParaRPr lang="fr-F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644237"/>
              </p:ext>
            </p:extLst>
          </p:nvPr>
        </p:nvGraphicFramePr>
        <p:xfrm>
          <a:off x="347720" y="1718447"/>
          <a:ext cx="11276024" cy="2194560"/>
        </p:xfrm>
        <a:graphic>
          <a:graphicData uri="http://schemas.openxmlformats.org/drawingml/2006/table">
            <a:tbl>
              <a:tblPr/>
              <a:tblGrid>
                <a:gridCol w="3360330">
                  <a:extLst>
                    <a:ext uri="{9D8B030D-6E8A-4147-A177-3AD203B41FA5}">
                      <a16:colId xmlns:a16="http://schemas.microsoft.com/office/drawing/2014/main" val="52322112"/>
                    </a:ext>
                  </a:extLst>
                </a:gridCol>
                <a:gridCol w="2535095">
                  <a:extLst>
                    <a:ext uri="{9D8B030D-6E8A-4147-A177-3AD203B41FA5}">
                      <a16:colId xmlns:a16="http://schemas.microsoft.com/office/drawing/2014/main" val="1783646188"/>
                    </a:ext>
                  </a:extLst>
                </a:gridCol>
                <a:gridCol w="2561593">
                  <a:extLst>
                    <a:ext uri="{9D8B030D-6E8A-4147-A177-3AD203B41FA5}">
                      <a16:colId xmlns:a16="http://schemas.microsoft.com/office/drawing/2014/main" val="976644638"/>
                    </a:ext>
                  </a:extLst>
                </a:gridCol>
                <a:gridCol w="2819006">
                  <a:extLst>
                    <a:ext uri="{9D8B030D-6E8A-4147-A177-3AD203B41FA5}">
                      <a16:colId xmlns:a16="http://schemas.microsoft.com/office/drawing/2014/main" val="12397567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Fonctionalité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Package NuGet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 </a:t>
                      </a:r>
                      <a:r>
                        <a:rPr lang="fr-FR" noProof="0" dirty="0" smtClean="0"/>
                        <a:t>recommandée</a:t>
                      </a:r>
                      <a:endParaRPr lang="fr-FR" noProof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Commande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d’installation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32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Behaviors, Converters, UI MAUI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CommunityToolkit.Maui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5.2.0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dotnet</a:t>
                      </a:r>
                      <a:r>
                        <a:rPr lang="en-US" dirty="0"/>
                        <a:t> add package </a:t>
                      </a:r>
                      <a:r>
                        <a:rPr lang="en-US" dirty="0" err="1"/>
                        <a:t>CommunityToolkit.Maui</a:t>
                      </a:r>
                      <a:r>
                        <a:rPr lang="en-US" dirty="0"/>
                        <a:t> --version 5.2.0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234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MVVM simplifié (RelayCommand)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CommunityToolkit.Mvvm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8.2.0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dotnet</a:t>
                      </a:r>
                      <a:r>
                        <a:rPr lang="en-US" dirty="0"/>
                        <a:t> add package </a:t>
                      </a:r>
                      <a:r>
                        <a:rPr lang="en-US" dirty="0" err="1"/>
                        <a:t>CommunityToolkit.Mvvm</a:t>
                      </a:r>
                      <a:r>
                        <a:rPr lang="en-US" dirty="0"/>
                        <a:t> --version 8.2.0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38503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47720" y="1226348"/>
            <a:ext cx="2101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Packages à </a:t>
            </a:r>
            <a:r>
              <a:rPr lang="en-US" b="1" dirty="0" smtClean="0"/>
              <a:t>installer: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716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64099"/>
            <a:ext cx="8676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Toolkit 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12813" y="4642351"/>
            <a:ext cx="2444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Candara" panose="020E0502030303020204" pitchFamily="34" charset="0"/>
              </a:rPr>
              <a:t>Instanciation de MAUI </a:t>
            </a:r>
            <a:r>
              <a:rPr lang="fr-FR" sz="1400" b="1" dirty="0" err="1" smtClean="0">
                <a:latin typeface="Candara" panose="020E0502030303020204" pitchFamily="34" charset="0"/>
              </a:rPr>
              <a:t>toolkit</a:t>
            </a:r>
            <a:endParaRPr lang="en-US" sz="1400" b="1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448345" y="654059"/>
            <a:ext cx="40181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Configuration dans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MauiProgram.cs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460" y="1247822"/>
            <a:ext cx="1014547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using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CommunityToolkit.Maui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// pour 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UseMauiCommunityToolkit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static class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MauiProgram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static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CreateMauiApp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MauiApp.CreateBuilder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builder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UseMauiApp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&lt;App&gt;()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UseMauiCommunityToolkit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// obligatoire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pour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Behaviors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converters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etc.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return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628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25383"/>
            <a:ext cx="8676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sz="20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20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CommunityToolkit.Maui</a:t>
            </a:r>
            <a:r>
              <a:rPr lang="en-US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7088" y="925168"/>
            <a:ext cx="1145627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bibliothèque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CommunityToolkit.Maui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est conçue pour simplifier le développement d'applications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.NET MAUI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en fournissant des fonctionnalités supplémentaires utiles pour la création d'interfaces utilisateur et la gestion des comportements courants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Alerts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(Snackbar &amp; Toast)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Snackbar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Permet d'afficher des messages temporaires en bas de l'écran, souvent utilisés pour fournir des feedbacks rapides à l'utilisateur.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Toast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Similaire au Snackbar mais généralement plus simple et utilisé pour des notifications plus discrètes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comportements sont des classes réutilisables qui ajoutent des fonctionnalités aux éléments d'interface utilisateur sans modifier leur code.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>
              <a:tabLst>
                <a:tab pos="271463" algn="l"/>
              </a:tabLst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271463" algn="l"/>
              </a:tabLst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Converters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: Permettent de convertir des valeurs de propriétés alors du bindings</a:t>
            </a: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271463" algn="l"/>
              </a:tabLst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271463" algn="l"/>
              </a:tabLst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Popup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Pop-up personnalisée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8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Exemple </a:t>
            </a: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d’implémentation</a:t>
            </a:r>
          </a:p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0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Toast et Snackbar</a:t>
            </a:r>
            <a:endParaRPr lang="en-US" altLang="en-US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34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207140"/>
            <a:ext cx="867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CommunityToolkit.Maui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1414" y="698145"/>
            <a:ext cx="114562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Converters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convertisseurs sont utilisés pour transformer des valeurs d'une forme à une autre dans les liaisons de données.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Layouts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Cette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bibliothèque inclut des dispositions supplémentaires qui ne sont pas disponibles dans le cadre de base de .NET MAUI,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Views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Comprend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des contrôles d'interface utilisateur supplémentaires qui simplifient la création d'interfaces modernes et attrayantes, comme des affichages de liste, des champs de saisie enrichis, etc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Popup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affichage de dialogues personnalisés (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ShowPopupAsync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StateContainer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gestion fluide des états (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Loading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Empty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Error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Content)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SemanticOrderView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améliore l’accessibilité pour la navigation écran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Snackbar &amp; Toast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meilleure personnalisation et gestion d’actions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async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47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27886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CommunityToolkit.Maui.Markup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8943" y="585487"/>
            <a:ext cx="103968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bibliothèque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CommunityToolkit.Maui.Markup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introduit un ensemble d'extensions et de méthodes pour faciliter la création d'interfaces utilisateur déclaratives en C#. Elle permet d'écrire des interfaces utilisateur de manière plus fluide et lisible en utilisant une syntaxe déclarative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Syntaxe Fluide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Permet de créer des interfaces utilisateur en utilisant une syntaxe fluide, ce qui rend le code plus lisible et facile à maintenir. Par exemple, au lieu de définir des propriétés séparément, vous pouvez les enchaîner dans une seule expression fluide.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703" y="3126289"/>
            <a:ext cx="105481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Content = new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StackLayout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VerticalOptions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AddLabel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("Hello, World!",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AddButton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("Click Me",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OnButtonClicked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LayoutOptions.Center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6459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59232" y="172029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CommunityToolkit.Maui.Markup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6781" y="919715"/>
            <a:ext cx="103968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Déclaration d'UI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Simplifie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déclaration des interfaces utilisateur en permettant d'écrire des XAML-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like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UI en C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# 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 manière fluide et élégante.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781" y="221511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Meilleure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lisibilité et réduction du code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boilerplate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7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7968" y="715564"/>
            <a:ext cx="1152659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 bibliothèque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fournit des outils pour faciliter l'implémentation du modèle MVVM (Model-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View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ViewModel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en .NET MAUI, en offrant des classes et des attributs pour simplifier le code et améliorer la séparation des préoccupations.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Classes &amp; Attributs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ObservableObject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 Classe de base pour les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ViewModels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qui fournit la mise en œuvre des notifications de changement de propriété via l'interface INotifyPropertyChanged.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RelayCommand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 Classe qui simplifie la création de commandes, en fournissant une manière simple de lier les commandes aux actions.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ObservablePropertyAttribute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 Attribut pour notifier la vue des modifications de propriétés dans le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ViewModel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066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7968" y="663929"/>
            <a:ext cx="1152659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Classes &amp; Attributs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NotifyCanExecuteChangedFor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] 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met à jour automatiquement les commandes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NotifyPropertyChangedRecipients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] 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supporte l’abonnement automatique aux changements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ObservableProperty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] 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toujours utile pour les bindings avec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INotifyPropertyChanged</a:t>
            </a:r>
            <a:endParaRPr lang="fr-F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30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64335" y="204140"/>
            <a:ext cx="10062523" cy="388644"/>
          </a:xfrm>
        </p:spPr>
        <p:txBody>
          <a:bodyPr/>
          <a:lstStyle/>
          <a:p>
            <a:r>
              <a:rPr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Compatibilité</a:t>
            </a:r>
            <a:r>
              <a:rPr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.NET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8267" y="767870"/>
            <a:ext cx="10515600" cy="114291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dirty="0" smtClean="0">
                <a:latin typeface="Segoe UI" panose="020B0502040204020203" pitchFamily="34" charset="0"/>
                <a:cs typeface="Segoe UI" panose="020B0502040204020203" pitchFamily="34" charset="0"/>
              </a:rPr>
              <a:t>Compatible 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avec .NET 7 et .NET 8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Certaines</a:t>
            </a:r>
            <a:r>
              <a:rPr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fonctionnalités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nécessitent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MAUI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&gt;= 3.0</a:t>
            </a: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Intégrable</a:t>
            </a:r>
            <a:r>
              <a:rPr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dans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des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projets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Hybrid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Blazor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ou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 MAUI </a:t>
            </a:r>
            <a:r>
              <a:rPr dirty="0" err="1">
                <a:latin typeface="Segoe UI" panose="020B0502040204020203" pitchFamily="34" charset="0"/>
                <a:cs typeface="Segoe UI" panose="020B0502040204020203" pitchFamily="34" charset="0"/>
              </a:rPr>
              <a:t>natif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ViewModel</a:t>
            </a: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Maui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83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2201</TotalTime>
  <Words>742</Words>
  <Application>Microsoft Office PowerPoint</Application>
  <PresentationFormat>Widescreen</PresentationFormat>
  <Paragraphs>120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Candara</vt:lpstr>
      <vt:lpstr>Cascadia Mono</vt:lpstr>
      <vt:lpstr>Comic Sans MS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Compatibilité .NET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</dc:title>
  <dc:creator>Windows User</dc:creator>
  <cp:lastModifiedBy>DELL</cp:lastModifiedBy>
  <cp:revision>65</cp:revision>
  <dcterms:created xsi:type="dcterms:W3CDTF">2022-10-07T06:51:45Z</dcterms:created>
  <dcterms:modified xsi:type="dcterms:W3CDTF">2025-07-19T12:11:23Z</dcterms:modified>
</cp:coreProperties>
</file>